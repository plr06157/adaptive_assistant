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17" r:id="rId4"/>
    <p:sldMasterId id="2147484482" r:id="rId5"/>
  </p:sldMasterIdLst>
  <p:notesMasterIdLst>
    <p:notesMasterId r:id="rId29"/>
  </p:notesMasterIdLst>
  <p:handoutMasterIdLst>
    <p:handoutMasterId r:id="rId30"/>
  </p:handoutMasterIdLst>
  <p:sldIdLst>
    <p:sldId id="2147481852" r:id="rId6"/>
    <p:sldId id="2147481835" r:id="rId7"/>
    <p:sldId id="2147481864" r:id="rId8"/>
    <p:sldId id="2147481869" r:id="rId9"/>
    <p:sldId id="2147481866" r:id="rId10"/>
    <p:sldId id="2147481867" r:id="rId11"/>
    <p:sldId id="2147481858" r:id="rId12"/>
    <p:sldId id="2147481853" r:id="rId13"/>
    <p:sldId id="2147481859" r:id="rId14"/>
    <p:sldId id="2147481854" r:id="rId15"/>
    <p:sldId id="2147481863" r:id="rId16"/>
    <p:sldId id="2147481860" r:id="rId17"/>
    <p:sldId id="2147481861" r:id="rId18"/>
    <p:sldId id="2147481862" r:id="rId19"/>
    <p:sldId id="2147481856" r:id="rId20"/>
    <p:sldId id="2147481870" r:id="rId21"/>
    <p:sldId id="2147481871" r:id="rId22"/>
    <p:sldId id="2147481857" r:id="rId23"/>
    <p:sldId id="2147481838" r:id="rId24"/>
    <p:sldId id="2147481840" r:id="rId25"/>
    <p:sldId id="2147481868" r:id="rId26"/>
    <p:sldId id="2147481846" r:id="rId27"/>
    <p:sldId id="2147481847" r:id="rId28"/>
  </p:sldIdLst>
  <p:sldSz cx="12192000" cy="6858000"/>
  <p:notesSz cx="6799263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9" userDrawn="1">
          <p15:clr>
            <a:srgbClr val="A4A3A4"/>
          </p15:clr>
        </p15:guide>
        <p15:guide id="2" pos="1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ta.baran@adaptivesag.com" initials="m" lastIdx="1" clrIdx="0">
    <p:extLst>
      <p:ext uri="{19B8F6BF-5375-455C-9EA6-DF929625EA0E}">
        <p15:presenceInfo xmlns:p15="http://schemas.microsoft.com/office/powerpoint/2012/main" userId="fc36880e21af2103" providerId="Windows Live"/>
      </p:ext>
    </p:extLst>
  </p:cmAuthor>
  <p:cmAuthor id="2" name="Aleksandra Krajewska-Jagodzińska" initials="AK" lastIdx="1" clrIdx="1">
    <p:extLst>
      <p:ext uri="{19B8F6BF-5375-455C-9EA6-DF929625EA0E}">
        <p15:presenceInfo xmlns:p15="http://schemas.microsoft.com/office/powerpoint/2012/main" userId="S::aleksandra.krajewska@adaptivesag.com::52b79b29-ad66-4bc6-bfbd-fe1043f6756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B182"/>
    <a:srgbClr val="B09247"/>
    <a:srgbClr val="F5EFE2"/>
    <a:srgbClr val="F9F9F9"/>
    <a:srgbClr val="262626"/>
    <a:srgbClr val="F5F5F5"/>
    <a:srgbClr val="B59859"/>
    <a:srgbClr val="6F6040"/>
    <a:srgbClr val="574727"/>
    <a:srgbClr val="856C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7064DC-8A4D-418F-9BBE-EB4C969B7AD2}" v="64" dt="2026-04-17T14:53:50.5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61" autoAdjust="0"/>
    <p:restoredTop sz="96727"/>
  </p:normalViewPr>
  <p:slideViewPr>
    <p:cSldViewPr snapToGrid="0">
      <p:cViewPr varScale="1">
        <p:scale>
          <a:sx n="125" d="100"/>
          <a:sy n="125" d="100"/>
        </p:scale>
        <p:origin x="176" y="600"/>
      </p:cViewPr>
      <p:guideLst>
        <p:guide orient="horz" pos="1979"/>
        <p:guide pos="18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48898C8-58F2-4F8B-BAE6-1B3A796FE4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EDFE3B-9355-487A-BC9B-4BA5B94CC5E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1342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4D1D7F-AA47-4B96-A586-3285623D0454}" type="datetimeFigureOut">
              <a:rPr lang="pl-PL" smtClean="0"/>
              <a:t>17.04.2026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62EEEB-8D5C-4093-9582-FAFB84C6F1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DC7EF3-3216-412F-AFFD-B3CA2D22141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F01B8F-0DF0-4E2C-8AE9-22B895D6FC6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995218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51342" y="0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C3CF8-A023-AD45-84DB-A900649A221D}" type="datetimeFigureOut">
              <a:rPr lang="pl-PL" smtClean="0"/>
              <a:pPr/>
              <a:t>17.04.2026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9431599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5AA5F1-3702-F44D-91AA-9BE62CA2671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7202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8287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5AA5F1-3702-F44D-91AA-9BE62CA26719}" type="slidenum">
              <a:rPr lang="pl-PL" smtClean="0"/>
              <a:pPr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04877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#'Organizational Change Managemen'!A1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#'Organizational Change Managemen'!A1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#'Organizational Change Managemen'!A1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hyperlink" Target="#'Organizational Change Managemen'!A1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hyperlink" Target="#'Organizational Change Managemen'!A1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 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BAD6AE73-9E45-AADA-DF20-94D174886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591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err="1"/>
              <a:t>Slide</a:t>
            </a:r>
            <a:r>
              <a:rPr lang="pl-PL"/>
              <a:t> Design </a:t>
            </a:r>
            <a:r>
              <a:rPr lang="pl-PL" err="1"/>
              <a:t>Guidelines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97204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7903590-DBA6-1C85-D5F0-448A0284CC02}"/>
              </a:ext>
            </a:extLst>
          </p:cNvPr>
          <p:cNvSpPr/>
          <p:nvPr userDrawn="1"/>
        </p:nvSpPr>
        <p:spPr>
          <a:xfrm>
            <a:off x="0" y="-49213"/>
            <a:ext cx="12192000" cy="38149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0FD8C807-3B5E-A253-86A7-7B6EF277A7BD}"/>
              </a:ext>
            </a:extLst>
          </p:cNvPr>
          <p:cNvSpPr/>
          <p:nvPr userDrawn="1"/>
        </p:nvSpPr>
        <p:spPr>
          <a:xfrm rot="10800000">
            <a:off x="187099" y="71095"/>
            <a:ext cx="877027" cy="691840"/>
          </a:xfrm>
          <a:prstGeom prst="hexagon">
            <a:avLst/>
          </a:prstGeom>
          <a:noFill/>
          <a:ln>
            <a:solidFill>
              <a:srgbClr val="B59859">
                <a:alpha val="34000"/>
              </a:srgbClr>
            </a:solidFill>
          </a:ln>
          <a:effectLst/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56DB536C-A2D9-23ED-DB2B-9C39BE514B74}"/>
              </a:ext>
            </a:extLst>
          </p:cNvPr>
          <p:cNvSpPr/>
          <p:nvPr userDrawn="1"/>
        </p:nvSpPr>
        <p:spPr>
          <a:xfrm rot="10800000">
            <a:off x="982390" y="499349"/>
            <a:ext cx="877027" cy="691840"/>
          </a:xfrm>
          <a:prstGeom prst="hexagon">
            <a:avLst/>
          </a:prstGeom>
          <a:noFill/>
          <a:ln>
            <a:solidFill>
              <a:srgbClr val="B59859">
                <a:alpha val="34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67C428AD-D3A4-091C-C573-479A1E766CFA}"/>
              </a:ext>
            </a:extLst>
          </p:cNvPr>
          <p:cNvSpPr/>
          <p:nvPr userDrawn="1"/>
        </p:nvSpPr>
        <p:spPr>
          <a:xfrm rot="10800000">
            <a:off x="1856338" y="927604"/>
            <a:ext cx="877027" cy="691840"/>
          </a:xfrm>
          <a:prstGeom prst="hexagon">
            <a:avLst/>
          </a:prstGeom>
          <a:solidFill>
            <a:srgbClr val="B59859">
              <a:alpha val="0"/>
            </a:srgbClr>
          </a:solidFill>
          <a:ln>
            <a:solidFill>
              <a:srgbClr val="B59859">
                <a:alpha val="8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E3FE2181-791F-B75C-B4C1-440C54BBE905}"/>
              </a:ext>
            </a:extLst>
          </p:cNvPr>
          <p:cNvSpPr/>
          <p:nvPr/>
        </p:nvSpPr>
        <p:spPr>
          <a:xfrm>
            <a:off x="11483595" y="213226"/>
            <a:ext cx="396000" cy="325940"/>
          </a:xfrm>
          <a:prstGeom prst="hexagon">
            <a:avLst/>
          </a:prstGeom>
          <a:noFill/>
          <a:ln>
            <a:solidFill>
              <a:srgbClr val="B59859">
                <a:alpha val="13000"/>
              </a:srgb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Hexagon 11">
            <a:extLst>
              <a:ext uri="{FF2B5EF4-FFF2-40B4-BE49-F238E27FC236}">
                <a16:creationId xmlns:a16="http://schemas.microsoft.com/office/drawing/2014/main" id="{0C11AA2E-9AAA-21AB-2BD9-332E91533385}"/>
              </a:ext>
            </a:extLst>
          </p:cNvPr>
          <p:cNvSpPr/>
          <p:nvPr/>
        </p:nvSpPr>
        <p:spPr>
          <a:xfrm>
            <a:off x="10647619" y="91332"/>
            <a:ext cx="435435" cy="373244"/>
          </a:xfrm>
          <a:prstGeom prst="hexagon">
            <a:avLst/>
          </a:prstGeom>
          <a:noFill/>
          <a:ln>
            <a:solidFill>
              <a:srgbClr val="B59859">
                <a:alpha val="34000"/>
              </a:srgbClr>
            </a:solidFill>
          </a:ln>
          <a:effectLst>
            <a:reflection blurRad="6350" stA="50000" endA="300" endPos="90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04B90294-820D-D3D3-EFC5-1D5661FCB6E6}"/>
              </a:ext>
            </a:extLst>
          </p:cNvPr>
          <p:cNvSpPr/>
          <p:nvPr userDrawn="1"/>
        </p:nvSpPr>
        <p:spPr>
          <a:xfrm rot="10800000">
            <a:off x="11117947" y="464576"/>
            <a:ext cx="379491" cy="298360"/>
          </a:xfrm>
          <a:prstGeom prst="hexagon">
            <a:avLst/>
          </a:prstGeom>
          <a:noFill/>
          <a:ln>
            <a:solidFill>
              <a:srgbClr val="B59859">
                <a:alpha val="9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84A80-796E-43FB-8AE5-0A23C4DA2C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7923" y="1472369"/>
            <a:ext cx="4756150" cy="617103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algn="ctr">
              <a:buNone/>
              <a:defRPr lang="en-US" sz="3600" b="0" kern="1200" dirty="0">
                <a:ln>
                  <a:solidFill>
                    <a:srgbClr val="B59859"/>
                  </a:solidFill>
                </a:ln>
                <a:solidFill>
                  <a:srgbClr val="B09247"/>
                </a:solidFill>
                <a:latin typeface="Arial Nova Cond" panose="020B0506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pl-PL"/>
              <a:t>T</a:t>
            </a:r>
            <a:r>
              <a:rPr lang="pl-PL" b="0"/>
              <a:t>RAINING TITLE </a:t>
            </a:r>
            <a:endParaRPr lang="en-US"/>
          </a:p>
        </p:txBody>
      </p:sp>
      <p:pic>
        <p:nvPicPr>
          <p:cNvPr id="7" name="Obraz 11" descr="Obraz zawierający stół&#10;&#10;Opis wygenerowany automatycznie">
            <a:extLst>
              <a:ext uri="{FF2B5EF4-FFF2-40B4-BE49-F238E27FC236}">
                <a16:creationId xmlns:a16="http://schemas.microsoft.com/office/drawing/2014/main" id="{54B7F01B-EC63-80FB-D68D-711B37F425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86399" y="3979906"/>
            <a:ext cx="3390571" cy="2193380"/>
          </a:xfrm>
          <a:prstGeom prst="rect">
            <a:avLst/>
          </a:prstGeom>
          <a:solidFill>
            <a:srgbClr val="B6985A"/>
          </a:solidFill>
        </p:spPr>
      </p:pic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95CADF5-40D9-E5F1-45E9-8D0C6EB30D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7923" y="3075980"/>
            <a:ext cx="4756150" cy="391640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algn="ctr">
              <a:buNone/>
              <a:defRPr lang="en-US" sz="1600" i="0" kern="1200" dirty="0">
                <a:solidFill>
                  <a:schemeClr val="bg1"/>
                </a:solidFill>
                <a:latin typeface="Arial Nova Cond" panose="020B0506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pl-PL" err="1"/>
              <a:t>Date</a:t>
            </a:r>
            <a:r>
              <a:rPr lang="pl-PL"/>
              <a:t> and </a:t>
            </a:r>
            <a:r>
              <a:rPr lang="pl-PL" err="1"/>
              <a:t>Location</a:t>
            </a:r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59B58C37-369D-0D12-9626-809845187AE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321768" y="3858357"/>
            <a:ext cx="1796179" cy="174417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9A035CF-8ED6-D1C8-6C8F-19D49865C4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96255" y="5708383"/>
            <a:ext cx="3647204" cy="396965"/>
          </a:xfrm>
          <a:prstGeom prst="rect">
            <a:avLst/>
          </a:prstGeom>
          <a:effectLst/>
        </p:spPr>
        <p:txBody>
          <a:bodyPr anchor="b">
            <a:normAutofit/>
          </a:bodyPr>
          <a:lstStyle>
            <a:lvl1pPr algn="ctr">
              <a:buNone/>
              <a:defRPr lang="en-US" sz="2000" b="1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en-US" noProof="0"/>
              <a:t>Trainer Name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749E8B1-9305-71EC-01BF-B72037C0A7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96255" y="6142854"/>
            <a:ext cx="3647204" cy="3969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algn="ctr">
              <a:buNone/>
              <a:defRPr lang="en-US" sz="180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pl-PL" noProof="0"/>
              <a:t>Role</a:t>
            </a:r>
            <a:endParaRPr lang="en-US" noProof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3399184-779E-6CD4-7C6E-6AC2205003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17923" y="2160794"/>
            <a:ext cx="4756150" cy="617103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algn="ctr">
              <a:buNone/>
              <a:defRPr lang="en-US" sz="2400" b="0" i="0" kern="1200" dirty="0">
                <a:ln>
                  <a:solidFill>
                    <a:srgbClr val="B59859"/>
                  </a:solidFill>
                </a:ln>
                <a:solidFill>
                  <a:srgbClr val="B09247"/>
                </a:solidFill>
                <a:latin typeface="Arial Nova Cond" panose="020B0506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pl-PL" b="0"/>
              <a:t>SUBTITLE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415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7903590-DBA6-1C85-D5F0-448A0284CC02}"/>
              </a:ext>
            </a:extLst>
          </p:cNvPr>
          <p:cNvSpPr/>
          <p:nvPr userDrawn="1"/>
        </p:nvSpPr>
        <p:spPr>
          <a:xfrm>
            <a:off x="0" y="-49213"/>
            <a:ext cx="12192000" cy="38149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0FD8C807-3B5E-A253-86A7-7B6EF277A7BD}"/>
              </a:ext>
            </a:extLst>
          </p:cNvPr>
          <p:cNvSpPr/>
          <p:nvPr userDrawn="1"/>
        </p:nvSpPr>
        <p:spPr>
          <a:xfrm rot="10800000">
            <a:off x="187099" y="71095"/>
            <a:ext cx="877027" cy="691840"/>
          </a:xfrm>
          <a:prstGeom prst="hexagon">
            <a:avLst/>
          </a:prstGeom>
          <a:noFill/>
          <a:ln>
            <a:solidFill>
              <a:srgbClr val="B59859">
                <a:alpha val="34000"/>
              </a:srgbClr>
            </a:solidFill>
          </a:ln>
          <a:effectLst/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56DB536C-A2D9-23ED-DB2B-9C39BE514B74}"/>
              </a:ext>
            </a:extLst>
          </p:cNvPr>
          <p:cNvSpPr/>
          <p:nvPr userDrawn="1"/>
        </p:nvSpPr>
        <p:spPr>
          <a:xfrm rot="10800000">
            <a:off x="982390" y="499349"/>
            <a:ext cx="877027" cy="691840"/>
          </a:xfrm>
          <a:prstGeom prst="hexagon">
            <a:avLst/>
          </a:prstGeom>
          <a:noFill/>
          <a:ln>
            <a:solidFill>
              <a:srgbClr val="B59859">
                <a:alpha val="34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67C428AD-D3A4-091C-C573-479A1E766CFA}"/>
              </a:ext>
            </a:extLst>
          </p:cNvPr>
          <p:cNvSpPr/>
          <p:nvPr userDrawn="1"/>
        </p:nvSpPr>
        <p:spPr>
          <a:xfrm rot="10800000">
            <a:off x="1856338" y="927604"/>
            <a:ext cx="877027" cy="691840"/>
          </a:xfrm>
          <a:prstGeom prst="hexagon">
            <a:avLst/>
          </a:prstGeom>
          <a:solidFill>
            <a:srgbClr val="B59859">
              <a:alpha val="0"/>
            </a:srgbClr>
          </a:solidFill>
          <a:ln>
            <a:solidFill>
              <a:srgbClr val="B59859">
                <a:alpha val="8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E3FE2181-791F-B75C-B4C1-440C54BBE905}"/>
              </a:ext>
            </a:extLst>
          </p:cNvPr>
          <p:cNvSpPr/>
          <p:nvPr/>
        </p:nvSpPr>
        <p:spPr>
          <a:xfrm>
            <a:off x="11483595" y="213226"/>
            <a:ext cx="396000" cy="325940"/>
          </a:xfrm>
          <a:prstGeom prst="hexagon">
            <a:avLst/>
          </a:prstGeom>
          <a:noFill/>
          <a:ln>
            <a:solidFill>
              <a:srgbClr val="B59859">
                <a:alpha val="13000"/>
              </a:srgb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Hexagon 11">
            <a:extLst>
              <a:ext uri="{FF2B5EF4-FFF2-40B4-BE49-F238E27FC236}">
                <a16:creationId xmlns:a16="http://schemas.microsoft.com/office/drawing/2014/main" id="{0C11AA2E-9AAA-21AB-2BD9-332E91533385}"/>
              </a:ext>
            </a:extLst>
          </p:cNvPr>
          <p:cNvSpPr/>
          <p:nvPr/>
        </p:nvSpPr>
        <p:spPr>
          <a:xfrm>
            <a:off x="10647619" y="91332"/>
            <a:ext cx="435435" cy="373244"/>
          </a:xfrm>
          <a:prstGeom prst="hexagon">
            <a:avLst/>
          </a:prstGeom>
          <a:noFill/>
          <a:ln>
            <a:solidFill>
              <a:srgbClr val="B59859">
                <a:alpha val="34000"/>
              </a:srgbClr>
            </a:solidFill>
          </a:ln>
          <a:effectLst>
            <a:reflection blurRad="6350" stA="50000" endA="300" endPos="90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04B90294-820D-D3D3-EFC5-1D5661FCB6E6}"/>
              </a:ext>
            </a:extLst>
          </p:cNvPr>
          <p:cNvSpPr/>
          <p:nvPr userDrawn="1"/>
        </p:nvSpPr>
        <p:spPr>
          <a:xfrm rot="10800000">
            <a:off x="11117947" y="464576"/>
            <a:ext cx="379491" cy="298360"/>
          </a:xfrm>
          <a:prstGeom prst="hexagon">
            <a:avLst/>
          </a:prstGeom>
          <a:noFill/>
          <a:ln>
            <a:solidFill>
              <a:srgbClr val="B59859">
                <a:alpha val="9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84A80-796E-43FB-8AE5-0A23C4DA2C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7923" y="1472369"/>
            <a:ext cx="4756150" cy="617103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algn="ctr">
              <a:buNone/>
              <a:defRPr lang="en-US" sz="3600" b="0" kern="1200" dirty="0">
                <a:ln>
                  <a:solidFill>
                    <a:srgbClr val="B59859"/>
                  </a:solidFill>
                </a:ln>
                <a:solidFill>
                  <a:srgbClr val="B09247"/>
                </a:solidFill>
                <a:latin typeface="Arial Nova Cond" panose="020B0506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pl-PL"/>
              <a:t>T</a:t>
            </a:r>
            <a:r>
              <a:rPr lang="pl-PL" b="0"/>
              <a:t>RAINING TITLE </a:t>
            </a:r>
            <a:endParaRPr lang="en-US"/>
          </a:p>
        </p:txBody>
      </p:sp>
      <p:pic>
        <p:nvPicPr>
          <p:cNvPr id="7" name="Obraz 11" descr="Obraz zawierający stół&#10;&#10;Opis wygenerowany automatycznie">
            <a:extLst>
              <a:ext uri="{FF2B5EF4-FFF2-40B4-BE49-F238E27FC236}">
                <a16:creationId xmlns:a16="http://schemas.microsoft.com/office/drawing/2014/main" id="{54B7F01B-EC63-80FB-D68D-711B37F425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7099" y="4314266"/>
            <a:ext cx="2854549" cy="1846624"/>
          </a:xfrm>
          <a:prstGeom prst="rect">
            <a:avLst/>
          </a:prstGeom>
          <a:solidFill>
            <a:srgbClr val="B6985A"/>
          </a:solidFill>
          <a:ln>
            <a:noFill/>
          </a:ln>
        </p:spPr>
      </p:pic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95CADF5-40D9-E5F1-45E9-8D0C6EB30D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7923" y="3075980"/>
            <a:ext cx="4756150" cy="391640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algn="ctr">
              <a:buNone/>
              <a:defRPr lang="en-US" sz="1600" i="0" kern="1200" dirty="0">
                <a:solidFill>
                  <a:schemeClr val="bg1"/>
                </a:solidFill>
                <a:latin typeface="Arial Nova Cond" panose="020B0506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pl-PL" err="1"/>
              <a:t>Date</a:t>
            </a:r>
            <a:r>
              <a:rPr lang="pl-PL"/>
              <a:t> and </a:t>
            </a:r>
            <a:r>
              <a:rPr lang="pl-PL" err="1"/>
              <a:t>Location</a:t>
            </a:r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59B58C37-369D-0D12-9626-809845187AE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95206" y="4029079"/>
            <a:ext cx="1512486" cy="149873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9A035CF-8ED6-D1C8-6C8F-19D49865C4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12283" y="5662618"/>
            <a:ext cx="3136220" cy="260578"/>
          </a:xfrm>
          <a:prstGeom prst="rect">
            <a:avLst/>
          </a:prstGeom>
          <a:effectLst/>
        </p:spPr>
        <p:txBody>
          <a:bodyPr anchor="b">
            <a:noAutofit/>
          </a:bodyPr>
          <a:lstStyle>
            <a:lvl1pPr algn="ctr">
              <a:buNone/>
              <a:defRPr lang="en-US" sz="1400" b="1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en-US" noProof="0"/>
              <a:t>Trainer Name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749E8B1-9305-71EC-01BF-B72037C0A7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12283" y="6046711"/>
            <a:ext cx="3136220" cy="260578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algn="ctr">
              <a:buNone/>
              <a:defRPr lang="en-US" sz="140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pl-PL" noProof="0"/>
              <a:t>Role</a:t>
            </a:r>
            <a:endParaRPr lang="en-US" noProof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3399184-779E-6CD4-7C6E-6AC2205003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17923" y="2160794"/>
            <a:ext cx="4756150" cy="617103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algn="ctr">
              <a:buNone/>
              <a:defRPr lang="en-US" sz="2400" b="0" i="0" kern="1200" dirty="0">
                <a:ln>
                  <a:solidFill>
                    <a:srgbClr val="B59859"/>
                  </a:solidFill>
                </a:ln>
                <a:solidFill>
                  <a:srgbClr val="B09247"/>
                </a:solidFill>
                <a:latin typeface="Arial Nova Cond" panose="020B0506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pl-PL" b="0"/>
              <a:t>SUBTITLE 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325932-D8F3-1CCB-C1FB-B7F8C79634D7}"/>
              </a:ext>
            </a:extLst>
          </p:cNvPr>
          <p:cNvSpPr txBox="1"/>
          <p:nvPr userDrawn="1"/>
        </p:nvSpPr>
        <p:spPr>
          <a:xfrm>
            <a:off x="3337201" y="5066149"/>
            <a:ext cx="7210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pl-PL" sz="2400" b="0" i="0" kern="1200">
                <a:ln>
                  <a:solidFill>
                    <a:srgbClr val="B59859"/>
                  </a:solidFill>
                </a:ln>
                <a:solidFill>
                  <a:srgbClr val="B09247"/>
                </a:solidFill>
                <a:latin typeface="Arial Nova Cond" panose="020B0506020202020204" pitchFamily="34" charset="0"/>
                <a:ea typeface="+mn-ea"/>
                <a:cs typeface="Arial"/>
              </a:rPr>
              <a:t>for</a:t>
            </a:r>
            <a:r>
              <a:rPr lang="pl-PL" b="0"/>
              <a:t> </a:t>
            </a:r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6A7557D-2E32-F496-2D64-9A8553B25D4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778698" y="4364457"/>
            <a:ext cx="2854549" cy="1846624"/>
          </a:xfrm>
          <a:prstGeom prst="rect">
            <a:avLst/>
          </a:prstGeom>
        </p:spPr>
        <p:txBody>
          <a:bodyPr/>
          <a:lstStyle/>
          <a:p>
            <a:endParaRPr lang="pl-P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0AEC91-BC7C-F11E-9ED0-40F8B94AD192}"/>
              </a:ext>
            </a:extLst>
          </p:cNvPr>
          <p:cNvSpPr txBox="1"/>
          <p:nvPr userDrawn="1"/>
        </p:nvSpPr>
        <p:spPr>
          <a:xfrm>
            <a:off x="5734918" y="6307289"/>
            <a:ext cx="9421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pl-PL" sz="1100" noProof="0" err="1"/>
              <a:t>Client’s</a:t>
            </a:r>
            <a:r>
              <a:rPr lang="pl-PL" sz="1100" noProof="0"/>
              <a:t> logo</a:t>
            </a:r>
            <a:endParaRPr lang="en-US" sz="1100" noProof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F0AED4-89D4-0F2A-C1CF-FFCBC50D9941}"/>
              </a:ext>
            </a:extLst>
          </p:cNvPr>
          <p:cNvSpPr txBox="1"/>
          <p:nvPr userDrawn="1"/>
        </p:nvSpPr>
        <p:spPr>
          <a:xfrm>
            <a:off x="8113555" y="5097403"/>
            <a:ext cx="7210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pl-PL" sz="2400" b="0" i="0" kern="1200">
                <a:ln>
                  <a:solidFill>
                    <a:srgbClr val="B59859"/>
                  </a:solidFill>
                </a:ln>
                <a:solidFill>
                  <a:srgbClr val="B09247"/>
                </a:solidFill>
                <a:latin typeface="Arial Nova Cond" panose="020B0506020202020204" pitchFamily="34" charset="0"/>
                <a:ea typeface="+mn-ea"/>
                <a:cs typeface="Arial"/>
              </a:rPr>
              <a:t>by</a:t>
            </a:r>
            <a:r>
              <a:rPr lang="pl-PL" b="0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186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_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7903590-DBA6-1C85-D5F0-448A0284CC02}"/>
              </a:ext>
            </a:extLst>
          </p:cNvPr>
          <p:cNvSpPr/>
          <p:nvPr userDrawn="1"/>
        </p:nvSpPr>
        <p:spPr>
          <a:xfrm>
            <a:off x="0" y="-49213"/>
            <a:ext cx="12192000" cy="38149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0FD8C807-3B5E-A253-86A7-7B6EF277A7BD}"/>
              </a:ext>
            </a:extLst>
          </p:cNvPr>
          <p:cNvSpPr/>
          <p:nvPr userDrawn="1"/>
        </p:nvSpPr>
        <p:spPr>
          <a:xfrm rot="10800000">
            <a:off x="187099" y="71095"/>
            <a:ext cx="877027" cy="691840"/>
          </a:xfrm>
          <a:prstGeom prst="hexagon">
            <a:avLst/>
          </a:prstGeom>
          <a:noFill/>
          <a:ln>
            <a:solidFill>
              <a:srgbClr val="B59859">
                <a:alpha val="34000"/>
              </a:srgbClr>
            </a:solidFill>
          </a:ln>
          <a:effectLst/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56DB536C-A2D9-23ED-DB2B-9C39BE514B74}"/>
              </a:ext>
            </a:extLst>
          </p:cNvPr>
          <p:cNvSpPr/>
          <p:nvPr userDrawn="1"/>
        </p:nvSpPr>
        <p:spPr>
          <a:xfrm rot="10800000">
            <a:off x="982390" y="499349"/>
            <a:ext cx="877027" cy="691840"/>
          </a:xfrm>
          <a:prstGeom prst="hexagon">
            <a:avLst/>
          </a:prstGeom>
          <a:noFill/>
          <a:ln>
            <a:solidFill>
              <a:srgbClr val="B59859">
                <a:alpha val="34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67C428AD-D3A4-091C-C573-479A1E766CFA}"/>
              </a:ext>
            </a:extLst>
          </p:cNvPr>
          <p:cNvSpPr/>
          <p:nvPr userDrawn="1"/>
        </p:nvSpPr>
        <p:spPr>
          <a:xfrm rot="10800000">
            <a:off x="1856338" y="927604"/>
            <a:ext cx="877027" cy="691840"/>
          </a:xfrm>
          <a:prstGeom prst="hexagon">
            <a:avLst/>
          </a:prstGeom>
          <a:solidFill>
            <a:srgbClr val="B59859">
              <a:alpha val="0"/>
            </a:srgbClr>
          </a:solidFill>
          <a:ln>
            <a:solidFill>
              <a:srgbClr val="B59859">
                <a:alpha val="8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E3FE2181-791F-B75C-B4C1-440C54BBE905}"/>
              </a:ext>
            </a:extLst>
          </p:cNvPr>
          <p:cNvSpPr/>
          <p:nvPr/>
        </p:nvSpPr>
        <p:spPr>
          <a:xfrm>
            <a:off x="11483595" y="213226"/>
            <a:ext cx="396000" cy="325940"/>
          </a:xfrm>
          <a:prstGeom prst="hexagon">
            <a:avLst/>
          </a:prstGeom>
          <a:noFill/>
          <a:ln>
            <a:solidFill>
              <a:srgbClr val="B59859">
                <a:alpha val="13000"/>
              </a:srgb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Hexagon 11">
            <a:extLst>
              <a:ext uri="{FF2B5EF4-FFF2-40B4-BE49-F238E27FC236}">
                <a16:creationId xmlns:a16="http://schemas.microsoft.com/office/drawing/2014/main" id="{0C11AA2E-9AAA-21AB-2BD9-332E91533385}"/>
              </a:ext>
            </a:extLst>
          </p:cNvPr>
          <p:cNvSpPr/>
          <p:nvPr/>
        </p:nvSpPr>
        <p:spPr>
          <a:xfrm>
            <a:off x="10647619" y="91332"/>
            <a:ext cx="435435" cy="373244"/>
          </a:xfrm>
          <a:prstGeom prst="hexagon">
            <a:avLst/>
          </a:prstGeom>
          <a:noFill/>
          <a:ln>
            <a:solidFill>
              <a:srgbClr val="B59859">
                <a:alpha val="34000"/>
              </a:srgbClr>
            </a:solidFill>
          </a:ln>
          <a:effectLst>
            <a:reflection blurRad="6350" stA="50000" endA="300" endPos="90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04B90294-820D-D3D3-EFC5-1D5661FCB6E6}"/>
              </a:ext>
            </a:extLst>
          </p:cNvPr>
          <p:cNvSpPr/>
          <p:nvPr userDrawn="1"/>
        </p:nvSpPr>
        <p:spPr>
          <a:xfrm rot="10800000">
            <a:off x="11117947" y="464576"/>
            <a:ext cx="379491" cy="298360"/>
          </a:xfrm>
          <a:prstGeom prst="hexagon">
            <a:avLst/>
          </a:prstGeom>
          <a:noFill/>
          <a:ln>
            <a:solidFill>
              <a:srgbClr val="B59859">
                <a:alpha val="9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84A80-796E-43FB-8AE5-0A23C4DA2C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7923" y="1472369"/>
            <a:ext cx="4756150" cy="617103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algn="ctr">
              <a:buNone/>
              <a:defRPr lang="en-US" sz="3600" b="0" kern="1200" dirty="0">
                <a:ln>
                  <a:solidFill>
                    <a:srgbClr val="B59859"/>
                  </a:solidFill>
                </a:ln>
                <a:solidFill>
                  <a:srgbClr val="B09247"/>
                </a:solidFill>
                <a:latin typeface="Arial Nova Cond" panose="020B0506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pl-PL"/>
              <a:t>T</a:t>
            </a:r>
            <a:r>
              <a:rPr lang="pl-PL" b="0"/>
              <a:t>RAINING TITLE </a:t>
            </a:r>
            <a:endParaRPr lang="en-US"/>
          </a:p>
        </p:txBody>
      </p:sp>
      <p:pic>
        <p:nvPicPr>
          <p:cNvPr id="7" name="Obraz 11" descr="Obraz zawierający stół&#10;&#10;Opis wygenerowany automatycznie">
            <a:extLst>
              <a:ext uri="{FF2B5EF4-FFF2-40B4-BE49-F238E27FC236}">
                <a16:creationId xmlns:a16="http://schemas.microsoft.com/office/drawing/2014/main" id="{54B7F01B-EC63-80FB-D68D-711B37F425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7099" y="4314266"/>
            <a:ext cx="2854549" cy="1846624"/>
          </a:xfrm>
          <a:prstGeom prst="rect">
            <a:avLst/>
          </a:prstGeom>
          <a:solidFill>
            <a:srgbClr val="B6985A"/>
          </a:solidFill>
          <a:ln>
            <a:noFill/>
          </a:ln>
        </p:spPr>
      </p:pic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95CADF5-40D9-E5F1-45E9-8D0C6EB30D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7923" y="3075980"/>
            <a:ext cx="4756150" cy="391640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algn="ctr">
              <a:buNone/>
              <a:defRPr lang="en-US" sz="1600" i="0" kern="1200" dirty="0">
                <a:solidFill>
                  <a:schemeClr val="bg1"/>
                </a:solidFill>
                <a:latin typeface="Arial Nova Cond" panose="020B0506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pl-PL" err="1"/>
              <a:t>Date</a:t>
            </a:r>
            <a:r>
              <a:rPr lang="pl-PL"/>
              <a:t> and </a:t>
            </a:r>
            <a:r>
              <a:rPr lang="pl-PL" err="1"/>
              <a:t>Location</a:t>
            </a:r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59B58C37-369D-0D12-9626-809845187AE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74117" y="4115214"/>
            <a:ext cx="1512486" cy="149873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9A035CF-8ED6-D1C8-6C8F-19D49865C4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91194" y="5748753"/>
            <a:ext cx="3136220" cy="260578"/>
          </a:xfrm>
          <a:prstGeom prst="rect">
            <a:avLst/>
          </a:prstGeom>
          <a:effectLst/>
        </p:spPr>
        <p:txBody>
          <a:bodyPr anchor="b">
            <a:noAutofit/>
          </a:bodyPr>
          <a:lstStyle>
            <a:lvl1pPr algn="ctr">
              <a:buNone/>
              <a:defRPr lang="en-US" sz="1400" b="1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en-US" noProof="0"/>
              <a:t>Trainer Name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749E8B1-9305-71EC-01BF-B72037C0A7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91194" y="6132846"/>
            <a:ext cx="3136220" cy="260578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algn="ctr">
              <a:buNone/>
              <a:defRPr lang="en-US" sz="140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pl-PL" noProof="0"/>
              <a:t>Role</a:t>
            </a:r>
            <a:endParaRPr lang="en-US" noProof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3399184-779E-6CD4-7C6E-6AC2205003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17923" y="2160794"/>
            <a:ext cx="4756150" cy="617103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algn="ctr">
              <a:buNone/>
              <a:defRPr lang="en-US" sz="2400" b="0" i="0" kern="1200" dirty="0">
                <a:ln>
                  <a:solidFill>
                    <a:srgbClr val="B59859"/>
                  </a:solidFill>
                </a:ln>
                <a:solidFill>
                  <a:srgbClr val="B09247"/>
                </a:solidFill>
                <a:latin typeface="Arial Nova Cond" panose="020B0506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pl-PL" b="0"/>
              <a:t>SUBTITLE </a:t>
            </a:r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6A7557D-2E32-F496-2D64-9A8553B25D4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351423" y="4326856"/>
            <a:ext cx="2854549" cy="1846624"/>
          </a:xfrm>
          <a:prstGeom prst="rect">
            <a:avLst/>
          </a:prstGeom>
        </p:spPr>
        <p:txBody>
          <a:bodyPr/>
          <a:lstStyle/>
          <a:p>
            <a:endParaRPr lang="pl-P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0AEC91-BC7C-F11E-9ED0-40F8B94AD192}"/>
              </a:ext>
            </a:extLst>
          </p:cNvPr>
          <p:cNvSpPr txBox="1"/>
          <p:nvPr userDrawn="1"/>
        </p:nvSpPr>
        <p:spPr>
          <a:xfrm>
            <a:off x="4307643" y="6307289"/>
            <a:ext cx="9421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pl-PL" sz="1100" noProof="0" err="1"/>
              <a:t>Client’s</a:t>
            </a:r>
            <a:r>
              <a:rPr lang="pl-PL" sz="1100" noProof="0"/>
              <a:t> logo</a:t>
            </a:r>
            <a:endParaRPr lang="en-US" sz="1100" noProof="0"/>
          </a:p>
        </p:txBody>
      </p:sp>
    </p:spTree>
    <p:extLst>
      <p:ext uri="{BB962C8B-B14F-4D97-AF65-F5344CB8AC3E}">
        <p14:creationId xmlns:p14="http://schemas.microsoft.com/office/powerpoint/2010/main" val="1784618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_Logos_2Train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F689292-BBE5-AF64-D3E3-098B69AC8A37}"/>
              </a:ext>
            </a:extLst>
          </p:cNvPr>
          <p:cNvSpPr/>
          <p:nvPr userDrawn="1"/>
        </p:nvSpPr>
        <p:spPr>
          <a:xfrm>
            <a:off x="0" y="-49213"/>
            <a:ext cx="12192000" cy="38149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0FD8C807-3B5E-A253-86A7-7B6EF277A7BD}"/>
              </a:ext>
            </a:extLst>
          </p:cNvPr>
          <p:cNvSpPr/>
          <p:nvPr userDrawn="1"/>
        </p:nvSpPr>
        <p:spPr>
          <a:xfrm rot="10800000">
            <a:off x="187099" y="71095"/>
            <a:ext cx="877027" cy="691840"/>
          </a:xfrm>
          <a:prstGeom prst="hexagon">
            <a:avLst/>
          </a:prstGeom>
          <a:noFill/>
          <a:ln>
            <a:solidFill>
              <a:srgbClr val="B59859">
                <a:alpha val="34000"/>
              </a:srgbClr>
            </a:solidFill>
          </a:ln>
          <a:effectLst/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56DB536C-A2D9-23ED-DB2B-9C39BE514B74}"/>
              </a:ext>
            </a:extLst>
          </p:cNvPr>
          <p:cNvSpPr/>
          <p:nvPr userDrawn="1"/>
        </p:nvSpPr>
        <p:spPr>
          <a:xfrm rot="10800000">
            <a:off x="982390" y="499349"/>
            <a:ext cx="877027" cy="691840"/>
          </a:xfrm>
          <a:prstGeom prst="hexagon">
            <a:avLst/>
          </a:prstGeom>
          <a:noFill/>
          <a:ln>
            <a:solidFill>
              <a:srgbClr val="B59859">
                <a:alpha val="34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67C428AD-D3A4-091C-C573-479A1E766CFA}"/>
              </a:ext>
            </a:extLst>
          </p:cNvPr>
          <p:cNvSpPr/>
          <p:nvPr userDrawn="1"/>
        </p:nvSpPr>
        <p:spPr>
          <a:xfrm rot="10800000">
            <a:off x="1856338" y="927604"/>
            <a:ext cx="877027" cy="691840"/>
          </a:xfrm>
          <a:prstGeom prst="hexagon">
            <a:avLst/>
          </a:prstGeom>
          <a:solidFill>
            <a:srgbClr val="B59859">
              <a:alpha val="0"/>
            </a:srgbClr>
          </a:solidFill>
          <a:ln>
            <a:solidFill>
              <a:srgbClr val="B59859">
                <a:alpha val="8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E3FE2181-791F-B75C-B4C1-440C54BBE905}"/>
              </a:ext>
            </a:extLst>
          </p:cNvPr>
          <p:cNvSpPr/>
          <p:nvPr/>
        </p:nvSpPr>
        <p:spPr>
          <a:xfrm>
            <a:off x="11483595" y="213226"/>
            <a:ext cx="396000" cy="325940"/>
          </a:xfrm>
          <a:prstGeom prst="hexagon">
            <a:avLst/>
          </a:prstGeom>
          <a:noFill/>
          <a:ln>
            <a:solidFill>
              <a:srgbClr val="B59859">
                <a:alpha val="13000"/>
              </a:srgb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Hexagon 11">
            <a:extLst>
              <a:ext uri="{FF2B5EF4-FFF2-40B4-BE49-F238E27FC236}">
                <a16:creationId xmlns:a16="http://schemas.microsoft.com/office/drawing/2014/main" id="{0C11AA2E-9AAA-21AB-2BD9-332E91533385}"/>
              </a:ext>
            </a:extLst>
          </p:cNvPr>
          <p:cNvSpPr/>
          <p:nvPr/>
        </p:nvSpPr>
        <p:spPr>
          <a:xfrm>
            <a:off x="10647619" y="91332"/>
            <a:ext cx="435435" cy="373244"/>
          </a:xfrm>
          <a:prstGeom prst="hexagon">
            <a:avLst/>
          </a:prstGeom>
          <a:noFill/>
          <a:ln>
            <a:solidFill>
              <a:srgbClr val="B59859">
                <a:alpha val="34000"/>
              </a:srgbClr>
            </a:solidFill>
          </a:ln>
          <a:effectLst>
            <a:reflection blurRad="6350" stA="50000" endA="300" endPos="90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04B90294-820D-D3D3-EFC5-1D5661FCB6E6}"/>
              </a:ext>
            </a:extLst>
          </p:cNvPr>
          <p:cNvSpPr/>
          <p:nvPr userDrawn="1"/>
        </p:nvSpPr>
        <p:spPr>
          <a:xfrm rot="10800000">
            <a:off x="11117947" y="464576"/>
            <a:ext cx="379491" cy="298360"/>
          </a:xfrm>
          <a:prstGeom prst="hexagon">
            <a:avLst/>
          </a:prstGeom>
          <a:noFill/>
          <a:ln>
            <a:solidFill>
              <a:srgbClr val="B59859">
                <a:alpha val="9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84A80-796E-43FB-8AE5-0A23C4DA2C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7923" y="927604"/>
            <a:ext cx="4756150" cy="617103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algn="ctr">
              <a:buNone/>
              <a:defRPr lang="en-US" sz="3600" b="0" kern="1200" dirty="0">
                <a:ln>
                  <a:solidFill>
                    <a:srgbClr val="B59859"/>
                  </a:solidFill>
                </a:ln>
                <a:solidFill>
                  <a:srgbClr val="B09247"/>
                </a:solidFill>
                <a:latin typeface="Arial Nova Cond" panose="020B0506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pl-PL"/>
              <a:t>T</a:t>
            </a:r>
            <a:r>
              <a:rPr lang="pl-PL" b="0"/>
              <a:t>RAINING TITLE </a:t>
            </a:r>
            <a:endParaRPr lang="en-US"/>
          </a:p>
        </p:txBody>
      </p:sp>
      <p:pic>
        <p:nvPicPr>
          <p:cNvPr id="7" name="Obraz 11" descr="Obraz zawierający stół&#10;&#10;Opis wygenerowany automatycznie">
            <a:extLst>
              <a:ext uri="{FF2B5EF4-FFF2-40B4-BE49-F238E27FC236}">
                <a16:creationId xmlns:a16="http://schemas.microsoft.com/office/drawing/2014/main" id="{54B7F01B-EC63-80FB-D68D-711B37F425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280" y="4002174"/>
            <a:ext cx="2688425" cy="1739158"/>
          </a:xfrm>
          <a:prstGeom prst="rect">
            <a:avLst/>
          </a:prstGeom>
          <a:solidFill>
            <a:srgbClr val="B6985A"/>
          </a:solidFill>
          <a:ln>
            <a:noFill/>
          </a:ln>
        </p:spPr>
      </p:pic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95CADF5-40D9-E5F1-45E9-8D0C6EB30D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7923" y="2559490"/>
            <a:ext cx="4756150" cy="391640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algn="ctr">
              <a:buNone/>
              <a:defRPr lang="en-US" sz="1600" i="0" kern="1200" dirty="0">
                <a:solidFill>
                  <a:schemeClr val="bg1"/>
                </a:solidFill>
                <a:latin typeface="Arial Nova Cond" panose="020B0506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pl-PL" err="1"/>
              <a:t>Date</a:t>
            </a:r>
            <a:r>
              <a:rPr lang="pl-PL"/>
              <a:t> and </a:t>
            </a:r>
            <a:r>
              <a:rPr lang="pl-PL" err="1"/>
              <a:t>Location</a:t>
            </a:r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59B58C37-369D-0D12-9626-809845187AE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026607" y="4122386"/>
            <a:ext cx="1512486" cy="149873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9A035CF-8ED6-D1C8-6C8F-19D49865C4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38638" y="5754291"/>
            <a:ext cx="2688425" cy="260578"/>
          </a:xfrm>
          <a:prstGeom prst="rect">
            <a:avLst/>
          </a:prstGeom>
          <a:effectLst/>
        </p:spPr>
        <p:txBody>
          <a:bodyPr anchor="b">
            <a:noAutofit/>
          </a:bodyPr>
          <a:lstStyle>
            <a:lvl1pPr algn="ctr">
              <a:buNone/>
              <a:defRPr lang="en-US" sz="1400" b="1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pl-PL" noProof="0" err="1"/>
              <a:t>Trainer</a:t>
            </a:r>
            <a:r>
              <a:rPr lang="pl-PL" noProof="0"/>
              <a:t> </a:t>
            </a:r>
            <a:r>
              <a:rPr lang="pl-PL" noProof="0" err="1"/>
              <a:t>Name</a:t>
            </a:r>
            <a:endParaRPr lang="en-US" noProof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749E8B1-9305-71EC-01BF-B72037C0A7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38639" y="6138383"/>
            <a:ext cx="2688426" cy="249289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algn="ctr">
              <a:buNone/>
              <a:defRPr lang="en-US" sz="140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pl-PL" noProof="0"/>
              <a:t>Role</a:t>
            </a:r>
            <a:endParaRPr lang="en-US" noProof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3399184-779E-6CD4-7C6E-6AC2205003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17923" y="1728725"/>
            <a:ext cx="4756150" cy="617103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algn="ctr">
              <a:buNone/>
              <a:defRPr lang="en-US" sz="2400" b="0" i="0" kern="1200" dirty="0">
                <a:ln>
                  <a:solidFill>
                    <a:srgbClr val="B59859"/>
                  </a:solidFill>
                </a:ln>
                <a:solidFill>
                  <a:srgbClr val="B09247"/>
                </a:solidFill>
                <a:latin typeface="Arial Nova Cond" panose="020B0506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pl-PL" b="0"/>
              <a:t>SUBTITLE 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325932-D8F3-1CCB-C1FB-B7F8C79634D7}"/>
              </a:ext>
            </a:extLst>
          </p:cNvPr>
          <p:cNvSpPr txBox="1"/>
          <p:nvPr userDrawn="1"/>
        </p:nvSpPr>
        <p:spPr>
          <a:xfrm>
            <a:off x="2643247" y="4689553"/>
            <a:ext cx="4352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pl-PL" sz="1600" b="0" i="0" kern="1200">
                <a:ln>
                  <a:solidFill>
                    <a:srgbClr val="B59859"/>
                  </a:solidFill>
                </a:ln>
                <a:solidFill>
                  <a:srgbClr val="B09247"/>
                </a:solidFill>
                <a:latin typeface="Arial Nova Cond" panose="020B0506020202020204" pitchFamily="34" charset="0"/>
                <a:ea typeface="+mn-ea"/>
                <a:cs typeface="Arial"/>
              </a:rPr>
              <a:t>for</a:t>
            </a:r>
            <a:r>
              <a:rPr lang="pl-PL" sz="1600" b="0"/>
              <a:t> </a:t>
            </a:r>
            <a:endParaRPr lang="en-US" sz="160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6A7557D-2E32-F496-2D64-9A8553B25D4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323818" y="4067144"/>
            <a:ext cx="2688425" cy="1644828"/>
          </a:xfrm>
          <a:prstGeom prst="rect">
            <a:avLst/>
          </a:prstGeom>
        </p:spPr>
        <p:txBody>
          <a:bodyPr/>
          <a:lstStyle/>
          <a:p>
            <a:endParaRPr lang="pl-PL"/>
          </a:p>
        </p:txBody>
      </p:sp>
      <p:sp>
        <p:nvSpPr>
          <p:cNvPr id="9" name="Picture Placeholder 24">
            <a:extLst>
              <a:ext uri="{FF2B5EF4-FFF2-40B4-BE49-F238E27FC236}">
                <a16:creationId xmlns:a16="http://schemas.microsoft.com/office/drawing/2014/main" id="{AF4B66DD-5B84-90E1-0234-AC4597E05A0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227367" y="4140191"/>
            <a:ext cx="1512486" cy="149873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B447E9-2EDA-E7E0-60B2-4B6DD8075435}"/>
              </a:ext>
            </a:extLst>
          </p:cNvPr>
          <p:cNvSpPr txBox="1"/>
          <p:nvPr userDrawn="1"/>
        </p:nvSpPr>
        <p:spPr>
          <a:xfrm>
            <a:off x="6179758" y="4689553"/>
            <a:ext cx="4352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pl-PL" sz="1600" b="0" i="0" kern="1200">
                <a:ln>
                  <a:solidFill>
                    <a:srgbClr val="B59859"/>
                  </a:solidFill>
                </a:ln>
                <a:solidFill>
                  <a:srgbClr val="B09247"/>
                </a:solidFill>
                <a:latin typeface="Arial Nova Cond" panose="020B0506020202020204" pitchFamily="34" charset="0"/>
                <a:ea typeface="+mn-ea"/>
                <a:cs typeface="Arial"/>
              </a:rPr>
              <a:t>by</a:t>
            </a:r>
            <a:endParaRPr lang="en-US" sz="160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076D4484-5143-1D42-6774-6AE6127548D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93165" y="5754291"/>
            <a:ext cx="2688425" cy="260578"/>
          </a:xfrm>
          <a:prstGeom prst="rect">
            <a:avLst/>
          </a:prstGeom>
          <a:effectLst/>
        </p:spPr>
        <p:txBody>
          <a:bodyPr anchor="b">
            <a:noAutofit/>
          </a:bodyPr>
          <a:lstStyle>
            <a:lvl1pPr algn="ctr">
              <a:buNone/>
              <a:defRPr lang="en-US" sz="1400" b="1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pl-PL" noProof="0" err="1"/>
              <a:t>Trainer</a:t>
            </a:r>
            <a:r>
              <a:rPr lang="pl-PL" noProof="0"/>
              <a:t> </a:t>
            </a:r>
            <a:r>
              <a:rPr lang="pl-PL" noProof="0" err="1"/>
              <a:t>Name</a:t>
            </a:r>
            <a:endParaRPr lang="en-US" noProof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571144F-B7B2-65DA-0B6A-E908228DCE0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93166" y="6138383"/>
            <a:ext cx="2688426" cy="249289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algn="ctr">
              <a:buNone/>
              <a:defRPr lang="en-US" sz="140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pl-PL" noProof="0"/>
              <a:t>Role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129791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_Logos_2Train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F689292-BBE5-AF64-D3E3-098B69AC8A37}"/>
              </a:ext>
            </a:extLst>
          </p:cNvPr>
          <p:cNvSpPr/>
          <p:nvPr userDrawn="1"/>
        </p:nvSpPr>
        <p:spPr>
          <a:xfrm>
            <a:off x="0" y="-49213"/>
            <a:ext cx="12192000" cy="38149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0FD8C807-3B5E-A253-86A7-7B6EF277A7BD}"/>
              </a:ext>
            </a:extLst>
          </p:cNvPr>
          <p:cNvSpPr/>
          <p:nvPr userDrawn="1"/>
        </p:nvSpPr>
        <p:spPr>
          <a:xfrm rot="10800000">
            <a:off x="187099" y="71095"/>
            <a:ext cx="877027" cy="691840"/>
          </a:xfrm>
          <a:prstGeom prst="hexagon">
            <a:avLst/>
          </a:prstGeom>
          <a:noFill/>
          <a:ln>
            <a:solidFill>
              <a:srgbClr val="B59859">
                <a:alpha val="34000"/>
              </a:srgbClr>
            </a:solidFill>
          </a:ln>
          <a:effectLst/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56DB536C-A2D9-23ED-DB2B-9C39BE514B74}"/>
              </a:ext>
            </a:extLst>
          </p:cNvPr>
          <p:cNvSpPr/>
          <p:nvPr userDrawn="1"/>
        </p:nvSpPr>
        <p:spPr>
          <a:xfrm rot="10800000">
            <a:off x="982390" y="499349"/>
            <a:ext cx="877027" cy="691840"/>
          </a:xfrm>
          <a:prstGeom prst="hexagon">
            <a:avLst/>
          </a:prstGeom>
          <a:noFill/>
          <a:ln>
            <a:solidFill>
              <a:srgbClr val="B59859">
                <a:alpha val="34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67C428AD-D3A4-091C-C573-479A1E766CFA}"/>
              </a:ext>
            </a:extLst>
          </p:cNvPr>
          <p:cNvSpPr/>
          <p:nvPr userDrawn="1"/>
        </p:nvSpPr>
        <p:spPr>
          <a:xfrm rot="10800000">
            <a:off x="1856338" y="927604"/>
            <a:ext cx="877027" cy="691840"/>
          </a:xfrm>
          <a:prstGeom prst="hexagon">
            <a:avLst/>
          </a:prstGeom>
          <a:solidFill>
            <a:srgbClr val="B59859">
              <a:alpha val="0"/>
            </a:srgbClr>
          </a:solidFill>
          <a:ln>
            <a:solidFill>
              <a:srgbClr val="B59859">
                <a:alpha val="8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E3FE2181-791F-B75C-B4C1-440C54BBE905}"/>
              </a:ext>
            </a:extLst>
          </p:cNvPr>
          <p:cNvSpPr/>
          <p:nvPr/>
        </p:nvSpPr>
        <p:spPr>
          <a:xfrm>
            <a:off x="11483595" y="213226"/>
            <a:ext cx="396000" cy="325940"/>
          </a:xfrm>
          <a:prstGeom prst="hexagon">
            <a:avLst/>
          </a:prstGeom>
          <a:noFill/>
          <a:ln>
            <a:solidFill>
              <a:srgbClr val="B59859">
                <a:alpha val="13000"/>
              </a:srgb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Hexagon 11">
            <a:extLst>
              <a:ext uri="{FF2B5EF4-FFF2-40B4-BE49-F238E27FC236}">
                <a16:creationId xmlns:a16="http://schemas.microsoft.com/office/drawing/2014/main" id="{0C11AA2E-9AAA-21AB-2BD9-332E91533385}"/>
              </a:ext>
            </a:extLst>
          </p:cNvPr>
          <p:cNvSpPr/>
          <p:nvPr/>
        </p:nvSpPr>
        <p:spPr>
          <a:xfrm>
            <a:off x="10647619" y="91332"/>
            <a:ext cx="435435" cy="373244"/>
          </a:xfrm>
          <a:prstGeom prst="hexagon">
            <a:avLst/>
          </a:prstGeom>
          <a:noFill/>
          <a:ln>
            <a:solidFill>
              <a:srgbClr val="B59859">
                <a:alpha val="34000"/>
              </a:srgbClr>
            </a:solidFill>
          </a:ln>
          <a:effectLst>
            <a:reflection blurRad="6350" stA="50000" endA="300" endPos="90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04B90294-820D-D3D3-EFC5-1D5661FCB6E6}"/>
              </a:ext>
            </a:extLst>
          </p:cNvPr>
          <p:cNvSpPr/>
          <p:nvPr userDrawn="1"/>
        </p:nvSpPr>
        <p:spPr>
          <a:xfrm rot="10800000">
            <a:off x="11117947" y="464576"/>
            <a:ext cx="379491" cy="298360"/>
          </a:xfrm>
          <a:prstGeom prst="hexagon">
            <a:avLst/>
          </a:prstGeom>
          <a:noFill/>
          <a:ln>
            <a:solidFill>
              <a:srgbClr val="B59859">
                <a:alpha val="9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84A80-796E-43FB-8AE5-0A23C4DA2C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7923" y="927604"/>
            <a:ext cx="4756150" cy="617103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algn="ctr">
              <a:buNone/>
              <a:defRPr lang="en-US" sz="3600" b="0" kern="1200" dirty="0">
                <a:ln>
                  <a:solidFill>
                    <a:srgbClr val="B59859"/>
                  </a:solidFill>
                </a:ln>
                <a:solidFill>
                  <a:srgbClr val="B09247"/>
                </a:solidFill>
                <a:latin typeface="Arial Nova Cond" panose="020B0506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pl-PL"/>
              <a:t>T</a:t>
            </a:r>
            <a:r>
              <a:rPr lang="pl-PL" b="0"/>
              <a:t>RAINING TITLE </a:t>
            </a:r>
            <a:endParaRPr lang="en-US"/>
          </a:p>
        </p:txBody>
      </p:sp>
      <p:pic>
        <p:nvPicPr>
          <p:cNvPr id="7" name="Obraz 11" descr="Obraz zawierający stół&#10;&#10;Opis wygenerowany automatycznie">
            <a:extLst>
              <a:ext uri="{FF2B5EF4-FFF2-40B4-BE49-F238E27FC236}">
                <a16:creationId xmlns:a16="http://schemas.microsoft.com/office/drawing/2014/main" id="{54B7F01B-EC63-80FB-D68D-711B37F425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280" y="4002174"/>
            <a:ext cx="2688425" cy="1739158"/>
          </a:xfrm>
          <a:prstGeom prst="rect">
            <a:avLst/>
          </a:prstGeom>
          <a:solidFill>
            <a:srgbClr val="B6985A"/>
          </a:solidFill>
          <a:ln>
            <a:noFill/>
          </a:ln>
        </p:spPr>
      </p:pic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95CADF5-40D9-E5F1-45E9-8D0C6EB30D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7923" y="2559490"/>
            <a:ext cx="4756150" cy="391640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algn="ctr">
              <a:buNone/>
              <a:defRPr lang="en-US" sz="1600" i="0" kern="1200" dirty="0">
                <a:solidFill>
                  <a:schemeClr val="bg1"/>
                </a:solidFill>
                <a:latin typeface="Arial Nova Cond" panose="020B0506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pl-PL" err="1"/>
              <a:t>Date</a:t>
            </a:r>
            <a:r>
              <a:rPr lang="pl-PL"/>
              <a:t> and </a:t>
            </a:r>
            <a:r>
              <a:rPr lang="pl-PL" err="1"/>
              <a:t>Location</a:t>
            </a:r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59B58C37-369D-0D12-9626-809845187AE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13340" y="4049339"/>
            <a:ext cx="1512486" cy="149873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9A035CF-8ED6-D1C8-6C8F-19D49865C4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25371" y="5681244"/>
            <a:ext cx="2688425" cy="260578"/>
          </a:xfrm>
          <a:prstGeom prst="rect">
            <a:avLst/>
          </a:prstGeom>
          <a:effectLst/>
        </p:spPr>
        <p:txBody>
          <a:bodyPr anchor="b">
            <a:noAutofit/>
          </a:bodyPr>
          <a:lstStyle>
            <a:lvl1pPr algn="ctr">
              <a:buNone/>
              <a:defRPr lang="en-US" sz="1400" b="1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pl-PL" noProof="0" err="1"/>
              <a:t>Trainer</a:t>
            </a:r>
            <a:r>
              <a:rPr lang="pl-PL" noProof="0"/>
              <a:t> </a:t>
            </a:r>
            <a:r>
              <a:rPr lang="pl-PL" noProof="0" err="1"/>
              <a:t>Name</a:t>
            </a:r>
            <a:endParaRPr lang="en-US" noProof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749E8B1-9305-71EC-01BF-B72037C0A7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25372" y="6065336"/>
            <a:ext cx="2688426" cy="249289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algn="ctr">
              <a:buNone/>
              <a:defRPr lang="en-US" sz="140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pl-PL" noProof="0"/>
              <a:t>Role</a:t>
            </a:r>
            <a:endParaRPr lang="en-US" noProof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3399184-779E-6CD4-7C6E-6AC2205003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17923" y="1728725"/>
            <a:ext cx="4756150" cy="617103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algn="ctr">
              <a:buNone/>
              <a:defRPr lang="en-US" sz="2400" b="0" i="0" kern="1200" dirty="0">
                <a:ln>
                  <a:solidFill>
                    <a:srgbClr val="B59859"/>
                  </a:solidFill>
                </a:ln>
                <a:solidFill>
                  <a:srgbClr val="B09247"/>
                </a:solidFill>
                <a:latin typeface="Arial Nova Cond" panose="020B0506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pl-PL" b="0"/>
              <a:t>SUBTITLE </a:t>
            </a:r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6A7557D-2E32-F496-2D64-9A8553B25D4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733365" y="4049339"/>
            <a:ext cx="2688425" cy="1644828"/>
          </a:xfrm>
          <a:prstGeom prst="rect">
            <a:avLst/>
          </a:prstGeom>
        </p:spPr>
        <p:txBody>
          <a:bodyPr/>
          <a:lstStyle/>
          <a:p>
            <a:endParaRPr lang="pl-PL"/>
          </a:p>
        </p:txBody>
      </p:sp>
      <p:sp>
        <p:nvSpPr>
          <p:cNvPr id="9" name="Picture Placeholder 24">
            <a:extLst>
              <a:ext uri="{FF2B5EF4-FFF2-40B4-BE49-F238E27FC236}">
                <a16:creationId xmlns:a16="http://schemas.microsoft.com/office/drawing/2014/main" id="{AF4B66DD-5B84-90E1-0234-AC4597E05A0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914100" y="4067144"/>
            <a:ext cx="1512486" cy="149873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076D4484-5143-1D42-6774-6AE6127548D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79898" y="5681244"/>
            <a:ext cx="2688425" cy="260578"/>
          </a:xfrm>
          <a:prstGeom prst="rect">
            <a:avLst/>
          </a:prstGeom>
          <a:effectLst/>
        </p:spPr>
        <p:txBody>
          <a:bodyPr anchor="b">
            <a:noAutofit/>
          </a:bodyPr>
          <a:lstStyle>
            <a:lvl1pPr algn="ctr">
              <a:buNone/>
              <a:defRPr lang="en-US" sz="1400" b="1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pl-PL" noProof="0" err="1"/>
              <a:t>Trainer</a:t>
            </a:r>
            <a:r>
              <a:rPr lang="pl-PL" noProof="0"/>
              <a:t> </a:t>
            </a:r>
            <a:r>
              <a:rPr lang="pl-PL" noProof="0" err="1"/>
              <a:t>Name</a:t>
            </a:r>
            <a:endParaRPr lang="en-US" noProof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571144F-B7B2-65DA-0B6A-E908228DCE0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79899" y="6065336"/>
            <a:ext cx="2688426" cy="249289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algn="ctr">
              <a:buNone/>
              <a:defRPr lang="en-US" sz="140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pl-PL" noProof="0"/>
              <a:t>Role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037322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Agenda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D4EC660-FBE9-E28C-2B54-6889DD6CE7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7128000" cy="66394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DB6E5421-32A7-7898-4AE2-91FE65788D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19885" y="1783122"/>
            <a:ext cx="5508000" cy="62807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buNone/>
              <a:defRPr sz="2000">
                <a:solidFill>
                  <a:schemeClr val="bg1">
                    <a:lumMod val="7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pPr lvl="0"/>
            <a:r>
              <a:rPr lang="pl-PL" err="1"/>
              <a:t>Title</a:t>
            </a:r>
            <a:r>
              <a:rPr lang="pl-PL"/>
              <a:t> of 1st point</a:t>
            </a:r>
            <a:endParaRPr lang="en-US"/>
          </a:p>
        </p:txBody>
      </p:sp>
      <p:sp>
        <p:nvSpPr>
          <p:cNvPr id="33" name="Text Placeholder 28">
            <a:extLst>
              <a:ext uri="{FF2B5EF4-FFF2-40B4-BE49-F238E27FC236}">
                <a16:creationId xmlns:a16="http://schemas.microsoft.com/office/drawing/2014/main" id="{6F92A54B-3FF3-9860-0C7D-723DB47295D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19885" y="3020988"/>
            <a:ext cx="5508000" cy="62807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buNone/>
              <a:defRPr sz="2000">
                <a:solidFill>
                  <a:schemeClr val="bg1">
                    <a:lumMod val="7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pPr lvl="0"/>
            <a:r>
              <a:rPr lang="pl-PL" err="1"/>
              <a:t>Title</a:t>
            </a:r>
            <a:r>
              <a:rPr lang="pl-PL"/>
              <a:t> of 2nd point</a:t>
            </a:r>
            <a:endParaRPr lang="en-US"/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436C1A55-B8F0-EB3D-C3B3-143DCC4FF7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19883" y="4258856"/>
            <a:ext cx="5508000" cy="62807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buNone/>
              <a:defRPr sz="2000">
                <a:solidFill>
                  <a:schemeClr val="bg1">
                    <a:lumMod val="7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pPr lvl="0"/>
            <a:r>
              <a:rPr lang="pl-PL" err="1"/>
              <a:t>Title</a:t>
            </a:r>
            <a:r>
              <a:rPr lang="pl-PL"/>
              <a:t> of 3rd point</a:t>
            </a:r>
            <a:endParaRPr lang="en-US"/>
          </a:p>
        </p:txBody>
      </p:sp>
      <p:sp>
        <p:nvSpPr>
          <p:cNvPr id="41" name="Online Image Placeholder 40">
            <a:extLst>
              <a:ext uri="{FF2B5EF4-FFF2-40B4-BE49-F238E27FC236}">
                <a16:creationId xmlns:a16="http://schemas.microsoft.com/office/drawing/2014/main" id="{076E8A9E-4192-7B33-F528-1559C28F09BA}"/>
              </a:ext>
            </a:extLst>
          </p:cNvPr>
          <p:cNvSpPr>
            <a:spLocks noGrp="1"/>
          </p:cNvSpPr>
          <p:nvPr>
            <p:ph type="clipArt" sz="quarter" idx="29"/>
          </p:nvPr>
        </p:nvSpPr>
        <p:spPr>
          <a:xfrm>
            <a:off x="89192" y="1558082"/>
            <a:ext cx="1080000" cy="1080000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Online Image Placeholder 40">
            <a:extLst>
              <a:ext uri="{FF2B5EF4-FFF2-40B4-BE49-F238E27FC236}">
                <a16:creationId xmlns:a16="http://schemas.microsoft.com/office/drawing/2014/main" id="{0CE50148-936F-056C-C94F-A3AFDAF293EA}"/>
              </a:ext>
            </a:extLst>
          </p:cNvPr>
          <p:cNvSpPr>
            <a:spLocks noGrp="1"/>
          </p:cNvSpPr>
          <p:nvPr>
            <p:ph type="clipArt" sz="quarter" idx="30"/>
          </p:nvPr>
        </p:nvSpPr>
        <p:spPr>
          <a:xfrm>
            <a:off x="89192" y="2795948"/>
            <a:ext cx="1080000" cy="1080000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Online Image Placeholder 40">
            <a:extLst>
              <a:ext uri="{FF2B5EF4-FFF2-40B4-BE49-F238E27FC236}">
                <a16:creationId xmlns:a16="http://schemas.microsoft.com/office/drawing/2014/main" id="{FE74E0DC-FED4-AA86-5D55-C2CB5283617C}"/>
              </a:ext>
            </a:extLst>
          </p:cNvPr>
          <p:cNvSpPr>
            <a:spLocks noGrp="1"/>
          </p:cNvSpPr>
          <p:nvPr>
            <p:ph type="clipArt" sz="quarter" idx="31"/>
          </p:nvPr>
        </p:nvSpPr>
        <p:spPr>
          <a:xfrm>
            <a:off x="89192" y="4033816"/>
            <a:ext cx="1080000" cy="1080000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10206E-32F2-0E7C-D147-1DFD7D88D673}"/>
              </a:ext>
            </a:extLst>
          </p:cNvPr>
          <p:cNvSpPr/>
          <p:nvPr userDrawn="1"/>
        </p:nvSpPr>
        <p:spPr>
          <a:xfrm>
            <a:off x="0" y="6639421"/>
            <a:ext cx="12192000" cy="218579"/>
          </a:xfrm>
          <a:prstGeom prst="rect">
            <a:avLst/>
          </a:prstGeom>
          <a:solidFill>
            <a:srgbClr val="C8B182">
              <a:alpha val="43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Copyright © 202</a:t>
            </a:r>
            <a:r>
              <a:rPr lang="pl-PL" sz="800">
                <a:solidFill>
                  <a:schemeClr val="tx1"/>
                </a:solidFill>
              </a:rPr>
              <a:t>6 </a:t>
            </a:r>
            <a:r>
              <a:rPr lang="en-GB" sz="800">
                <a:solidFill>
                  <a:schemeClr val="tx1"/>
                </a:solidFill>
              </a:rPr>
              <a:t>by </a:t>
            </a:r>
            <a:r>
              <a:rPr lang="en-GB" sz="800" b="1">
                <a:solidFill>
                  <a:schemeClr val="tx1"/>
                </a:solidFill>
              </a:rPr>
              <a:t>Adaptive Group</a:t>
            </a:r>
            <a:r>
              <a:rPr lang="en-GB" sz="800">
                <a:solidFill>
                  <a:schemeClr val="tx1"/>
                </a:solidFill>
              </a:rPr>
              <a:t>. All rights reserved.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0994344-9348-F69C-BFF4-FDC7D31FA36E}"/>
              </a:ext>
            </a:extLst>
          </p:cNvPr>
          <p:cNvGrpSpPr/>
          <p:nvPr userDrawn="1"/>
        </p:nvGrpSpPr>
        <p:grpSpPr>
          <a:xfrm>
            <a:off x="8694500" y="2643566"/>
            <a:ext cx="2063635" cy="1570868"/>
            <a:chOff x="8550664" y="2400611"/>
            <a:chExt cx="2063635" cy="1570868"/>
          </a:xfrm>
        </p:grpSpPr>
        <p:sp>
          <p:nvSpPr>
            <p:cNvPr id="3" name="TextBox 11">
              <a:hlinkClick r:id="rId2"/>
              <a:extLst>
                <a:ext uri="{FF2B5EF4-FFF2-40B4-BE49-F238E27FC236}">
                  <a16:creationId xmlns:a16="http://schemas.microsoft.com/office/drawing/2014/main" id="{02DC0CC4-BA16-8310-BB4C-B77CBCED93B7}"/>
                </a:ext>
              </a:extLst>
            </p:cNvPr>
            <p:cNvSpPr txBox="1"/>
            <p:nvPr userDrawn="1"/>
          </p:nvSpPr>
          <p:spPr>
            <a:xfrm>
              <a:off x="8550664" y="2400611"/>
              <a:ext cx="2063635" cy="15708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l-PL" sz="4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Nova Cond" panose="020B0506020202020204" pitchFamily="34" charset="0"/>
                </a:rPr>
                <a:t>AGENDA</a:t>
              </a:r>
              <a:endParaRPr lang="en-GB" sz="4000" b="1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B50A0BA-E2D8-C373-6A69-B02DA828BE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35242" y="3597086"/>
              <a:ext cx="857250" cy="0"/>
            </a:xfrm>
            <a:prstGeom prst="line">
              <a:avLst/>
            </a:prstGeom>
            <a:ln w="57150">
              <a:solidFill>
                <a:srgbClr val="B0924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Hexagon 20">
            <a:extLst>
              <a:ext uri="{FF2B5EF4-FFF2-40B4-BE49-F238E27FC236}">
                <a16:creationId xmlns:a16="http://schemas.microsoft.com/office/drawing/2014/main" id="{D1243A55-4917-DF2F-B048-81E3A476DC17}"/>
              </a:ext>
            </a:extLst>
          </p:cNvPr>
          <p:cNvSpPr/>
          <p:nvPr userDrawn="1"/>
        </p:nvSpPr>
        <p:spPr>
          <a:xfrm>
            <a:off x="11637398" y="89672"/>
            <a:ext cx="435435" cy="373244"/>
          </a:xfrm>
          <a:prstGeom prst="hexagon">
            <a:avLst/>
          </a:prstGeom>
          <a:noFill/>
          <a:ln>
            <a:solidFill>
              <a:srgbClr val="B59859">
                <a:alpha val="16000"/>
              </a:srgbClr>
            </a:solidFill>
          </a:ln>
          <a:effectLst>
            <a:reflection blurRad="6350" stA="50000" endA="300" endPos="90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Hexagon 21">
            <a:extLst>
              <a:ext uri="{FF2B5EF4-FFF2-40B4-BE49-F238E27FC236}">
                <a16:creationId xmlns:a16="http://schemas.microsoft.com/office/drawing/2014/main" id="{6FE2AFA4-CED4-F51D-A7B9-6C30E620CC2A}"/>
              </a:ext>
            </a:extLst>
          </p:cNvPr>
          <p:cNvSpPr/>
          <p:nvPr userDrawn="1"/>
        </p:nvSpPr>
        <p:spPr>
          <a:xfrm>
            <a:off x="11185358" y="276294"/>
            <a:ext cx="452040" cy="373244"/>
          </a:xfrm>
          <a:prstGeom prst="hexagon">
            <a:avLst/>
          </a:prstGeom>
          <a:noFill/>
          <a:ln>
            <a:solidFill>
              <a:srgbClr val="B59859">
                <a:alpha val="9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632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genda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D4EC660-FBE9-E28C-2B54-6889DD6CE7F9}"/>
              </a:ext>
            </a:extLst>
          </p:cNvPr>
          <p:cNvSpPr/>
          <p:nvPr userDrawn="1"/>
        </p:nvSpPr>
        <p:spPr>
          <a:xfrm>
            <a:off x="-1" y="0"/>
            <a:ext cx="7128000" cy="66394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DB6E5421-32A7-7898-4AE2-91FE65788D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36939" y="482918"/>
            <a:ext cx="5508000" cy="62807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buNone/>
              <a:defRPr sz="2000">
                <a:solidFill>
                  <a:schemeClr val="bg1">
                    <a:lumMod val="7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pPr lvl="0"/>
            <a:r>
              <a:rPr lang="pl-PL" err="1"/>
              <a:t>Title</a:t>
            </a:r>
            <a:r>
              <a:rPr lang="pl-PL"/>
              <a:t> of 1st point</a:t>
            </a:r>
            <a:endParaRPr lang="en-US"/>
          </a:p>
        </p:txBody>
      </p:sp>
      <p:sp>
        <p:nvSpPr>
          <p:cNvPr id="33" name="Text Placeholder 28">
            <a:extLst>
              <a:ext uri="{FF2B5EF4-FFF2-40B4-BE49-F238E27FC236}">
                <a16:creationId xmlns:a16="http://schemas.microsoft.com/office/drawing/2014/main" id="{6F92A54B-3FF3-9860-0C7D-723DB47295D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36939" y="1720784"/>
            <a:ext cx="5508000" cy="62807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buNone/>
              <a:defRPr sz="2000">
                <a:solidFill>
                  <a:schemeClr val="bg1">
                    <a:lumMod val="7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pPr lvl="0"/>
            <a:r>
              <a:rPr lang="pl-PL" err="1"/>
              <a:t>Title</a:t>
            </a:r>
            <a:r>
              <a:rPr lang="pl-PL"/>
              <a:t> of 2nd point</a:t>
            </a:r>
            <a:endParaRPr lang="en-US"/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436C1A55-B8F0-EB3D-C3B3-143DCC4FF7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36937" y="2958652"/>
            <a:ext cx="5508000" cy="62807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buNone/>
              <a:defRPr sz="2000">
                <a:solidFill>
                  <a:schemeClr val="bg1">
                    <a:lumMod val="7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pPr lvl="0"/>
            <a:r>
              <a:rPr lang="pl-PL" err="1"/>
              <a:t>Title</a:t>
            </a:r>
            <a:r>
              <a:rPr lang="pl-PL"/>
              <a:t> of 3rd point</a:t>
            </a:r>
            <a:endParaRPr lang="en-US"/>
          </a:p>
        </p:txBody>
      </p:sp>
      <p:sp>
        <p:nvSpPr>
          <p:cNvPr id="36" name="Text Placeholder 28">
            <a:extLst>
              <a:ext uri="{FF2B5EF4-FFF2-40B4-BE49-F238E27FC236}">
                <a16:creationId xmlns:a16="http://schemas.microsoft.com/office/drawing/2014/main" id="{C9ADF3F8-BDE9-1165-1B19-B6B076F4EF6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36939" y="4196519"/>
            <a:ext cx="5508000" cy="62807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buNone/>
              <a:defRPr sz="2000">
                <a:solidFill>
                  <a:schemeClr val="bg1">
                    <a:lumMod val="7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pPr lvl="0"/>
            <a:r>
              <a:rPr lang="pl-PL" err="1"/>
              <a:t>Title</a:t>
            </a:r>
            <a:r>
              <a:rPr lang="pl-PL"/>
              <a:t> of 4th point</a:t>
            </a:r>
            <a:endParaRPr lang="en-US"/>
          </a:p>
        </p:txBody>
      </p:sp>
      <p:sp>
        <p:nvSpPr>
          <p:cNvPr id="37" name="Text Placeholder 28">
            <a:extLst>
              <a:ext uri="{FF2B5EF4-FFF2-40B4-BE49-F238E27FC236}">
                <a16:creationId xmlns:a16="http://schemas.microsoft.com/office/drawing/2014/main" id="{AFEADCA3-05C0-C726-DE1C-0FF91A088A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36939" y="5434385"/>
            <a:ext cx="5508000" cy="62807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buNone/>
              <a:defRPr sz="2000">
                <a:solidFill>
                  <a:schemeClr val="bg1">
                    <a:lumMod val="7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pPr lvl="0"/>
            <a:r>
              <a:rPr lang="pl-PL" err="1"/>
              <a:t>Title</a:t>
            </a:r>
            <a:r>
              <a:rPr lang="pl-PL"/>
              <a:t> of 5th point</a:t>
            </a:r>
            <a:endParaRPr lang="en-US"/>
          </a:p>
        </p:txBody>
      </p:sp>
      <p:sp>
        <p:nvSpPr>
          <p:cNvPr id="41" name="Online Image Placeholder 40">
            <a:extLst>
              <a:ext uri="{FF2B5EF4-FFF2-40B4-BE49-F238E27FC236}">
                <a16:creationId xmlns:a16="http://schemas.microsoft.com/office/drawing/2014/main" id="{076E8A9E-4192-7B33-F528-1559C28F09BA}"/>
              </a:ext>
            </a:extLst>
          </p:cNvPr>
          <p:cNvSpPr>
            <a:spLocks noGrp="1"/>
          </p:cNvSpPr>
          <p:nvPr>
            <p:ph type="clipArt" sz="quarter" idx="29"/>
          </p:nvPr>
        </p:nvSpPr>
        <p:spPr>
          <a:xfrm>
            <a:off x="106246" y="257878"/>
            <a:ext cx="1080000" cy="1080000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Online Image Placeholder 40">
            <a:extLst>
              <a:ext uri="{FF2B5EF4-FFF2-40B4-BE49-F238E27FC236}">
                <a16:creationId xmlns:a16="http://schemas.microsoft.com/office/drawing/2014/main" id="{0CE50148-936F-056C-C94F-A3AFDAF293EA}"/>
              </a:ext>
            </a:extLst>
          </p:cNvPr>
          <p:cNvSpPr>
            <a:spLocks noGrp="1"/>
          </p:cNvSpPr>
          <p:nvPr>
            <p:ph type="clipArt" sz="quarter" idx="30"/>
          </p:nvPr>
        </p:nvSpPr>
        <p:spPr>
          <a:xfrm>
            <a:off x="106246" y="1495744"/>
            <a:ext cx="1080000" cy="1080000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Online Image Placeholder 40">
            <a:extLst>
              <a:ext uri="{FF2B5EF4-FFF2-40B4-BE49-F238E27FC236}">
                <a16:creationId xmlns:a16="http://schemas.microsoft.com/office/drawing/2014/main" id="{FE74E0DC-FED4-AA86-5D55-C2CB5283617C}"/>
              </a:ext>
            </a:extLst>
          </p:cNvPr>
          <p:cNvSpPr>
            <a:spLocks noGrp="1"/>
          </p:cNvSpPr>
          <p:nvPr>
            <p:ph type="clipArt" sz="quarter" idx="31"/>
          </p:nvPr>
        </p:nvSpPr>
        <p:spPr>
          <a:xfrm>
            <a:off x="106246" y="2733612"/>
            <a:ext cx="1080000" cy="1080000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Online Image Placeholder 40">
            <a:extLst>
              <a:ext uri="{FF2B5EF4-FFF2-40B4-BE49-F238E27FC236}">
                <a16:creationId xmlns:a16="http://schemas.microsoft.com/office/drawing/2014/main" id="{F4C6E554-8A01-45BF-B515-6D5663A0E704}"/>
              </a:ext>
            </a:extLst>
          </p:cNvPr>
          <p:cNvSpPr>
            <a:spLocks noGrp="1"/>
          </p:cNvSpPr>
          <p:nvPr>
            <p:ph type="clipArt" sz="quarter" idx="32"/>
          </p:nvPr>
        </p:nvSpPr>
        <p:spPr>
          <a:xfrm>
            <a:off x="95800" y="3971479"/>
            <a:ext cx="1080000" cy="1080000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Online Image Placeholder 40">
            <a:extLst>
              <a:ext uri="{FF2B5EF4-FFF2-40B4-BE49-F238E27FC236}">
                <a16:creationId xmlns:a16="http://schemas.microsoft.com/office/drawing/2014/main" id="{F7065318-3574-3915-82AE-F7D61B614634}"/>
              </a:ext>
            </a:extLst>
          </p:cNvPr>
          <p:cNvSpPr>
            <a:spLocks noGrp="1"/>
          </p:cNvSpPr>
          <p:nvPr>
            <p:ph type="clipArt" sz="quarter" idx="33"/>
          </p:nvPr>
        </p:nvSpPr>
        <p:spPr>
          <a:xfrm>
            <a:off x="95800" y="5209345"/>
            <a:ext cx="1080000" cy="1080000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10206E-32F2-0E7C-D147-1DFD7D88D673}"/>
              </a:ext>
            </a:extLst>
          </p:cNvPr>
          <p:cNvSpPr/>
          <p:nvPr userDrawn="1"/>
        </p:nvSpPr>
        <p:spPr>
          <a:xfrm>
            <a:off x="0" y="6639421"/>
            <a:ext cx="12192000" cy="218579"/>
          </a:xfrm>
          <a:prstGeom prst="rect">
            <a:avLst/>
          </a:prstGeom>
          <a:solidFill>
            <a:srgbClr val="C8B182">
              <a:alpha val="43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Copyright © 202</a:t>
            </a:r>
            <a:r>
              <a:rPr lang="pl-PL" sz="800">
                <a:solidFill>
                  <a:schemeClr val="tx1"/>
                </a:solidFill>
              </a:rPr>
              <a:t>6 </a:t>
            </a:r>
            <a:r>
              <a:rPr lang="en-GB" sz="800">
                <a:solidFill>
                  <a:schemeClr val="tx1"/>
                </a:solidFill>
              </a:rPr>
              <a:t>by </a:t>
            </a:r>
            <a:r>
              <a:rPr lang="en-GB" sz="800" b="1">
                <a:solidFill>
                  <a:schemeClr val="tx1"/>
                </a:solidFill>
              </a:rPr>
              <a:t>Adaptive Group</a:t>
            </a:r>
            <a:r>
              <a:rPr lang="en-GB" sz="800">
                <a:solidFill>
                  <a:schemeClr val="tx1"/>
                </a:solidFill>
              </a:rPr>
              <a:t>. All rights reserved.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0994344-9348-F69C-BFF4-FDC7D31FA36E}"/>
              </a:ext>
            </a:extLst>
          </p:cNvPr>
          <p:cNvGrpSpPr/>
          <p:nvPr userDrawn="1"/>
        </p:nvGrpSpPr>
        <p:grpSpPr>
          <a:xfrm>
            <a:off x="8694500" y="2643566"/>
            <a:ext cx="2063635" cy="1570868"/>
            <a:chOff x="8550664" y="2400611"/>
            <a:chExt cx="2063635" cy="1570868"/>
          </a:xfrm>
        </p:grpSpPr>
        <p:sp>
          <p:nvSpPr>
            <p:cNvPr id="3" name="TextBox 11">
              <a:hlinkClick r:id="rId2"/>
              <a:extLst>
                <a:ext uri="{FF2B5EF4-FFF2-40B4-BE49-F238E27FC236}">
                  <a16:creationId xmlns:a16="http://schemas.microsoft.com/office/drawing/2014/main" id="{02DC0CC4-BA16-8310-BB4C-B77CBCED93B7}"/>
                </a:ext>
              </a:extLst>
            </p:cNvPr>
            <p:cNvSpPr txBox="1"/>
            <p:nvPr userDrawn="1"/>
          </p:nvSpPr>
          <p:spPr>
            <a:xfrm>
              <a:off x="8550664" y="2400611"/>
              <a:ext cx="2063635" cy="15708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l-PL" sz="4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Nova Cond" panose="020B0506020202020204" pitchFamily="34" charset="0"/>
                </a:rPr>
                <a:t>AGENDA</a:t>
              </a:r>
              <a:endParaRPr lang="en-GB" sz="4000" b="1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B50A0BA-E2D8-C373-6A69-B02DA828BE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35242" y="3597086"/>
              <a:ext cx="857250" cy="0"/>
            </a:xfrm>
            <a:prstGeom prst="line">
              <a:avLst/>
            </a:prstGeom>
            <a:ln w="57150">
              <a:solidFill>
                <a:srgbClr val="B0924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Hexagon 20">
            <a:extLst>
              <a:ext uri="{FF2B5EF4-FFF2-40B4-BE49-F238E27FC236}">
                <a16:creationId xmlns:a16="http://schemas.microsoft.com/office/drawing/2014/main" id="{D1243A55-4917-DF2F-B048-81E3A476DC17}"/>
              </a:ext>
            </a:extLst>
          </p:cNvPr>
          <p:cNvSpPr/>
          <p:nvPr userDrawn="1"/>
        </p:nvSpPr>
        <p:spPr>
          <a:xfrm>
            <a:off x="11637398" y="89672"/>
            <a:ext cx="435435" cy="373244"/>
          </a:xfrm>
          <a:prstGeom prst="hexagon">
            <a:avLst/>
          </a:prstGeom>
          <a:noFill/>
          <a:ln>
            <a:solidFill>
              <a:srgbClr val="B59859">
                <a:alpha val="16000"/>
              </a:srgbClr>
            </a:solidFill>
          </a:ln>
          <a:effectLst>
            <a:reflection blurRad="6350" stA="50000" endA="300" endPos="90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Hexagon 21">
            <a:extLst>
              <a:ext uri="{FF2B5EF4-FFF2-40B4-BE49-F238E27FC236}">
                <a16:creationId xmlns:a16="http://schemas.microsoft.com/office/drawing/2014/main" id="{6FE2AFA4-CED4-F51D-A7B9-6C30E620CC2A}"/>
              </a:ext>
            </a:extLst>
          </p:cNvPr>
          <p:cNvSpPr/>
          <p:nvPr userDrawn="1"/>
        </p:nvSpPr>
        <p:spPr>
          <a:xfrm>
            <a:off x="11185358" y="276294"/>
            <a:ext cx="452040" cy="373244"/>
          </a:xfrm>
          <a:prstGeom prst="hexagon">
            <a:avLst/>
          </a:prstGeom>
          <a:noFill/>
          <a:ln>
            <a:solidFill>
              <a:srgbClr val="B59859">
                <a:alpha val="9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755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Agenda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D4EC660-FBE9-E28C-2B54-6889DD6CE7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7128000" cy="66394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DB6E5421-32A7-7898-4AE2-91FE65788D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20699" y="197599"/>
            <a:ext cx="5724238" cy="53063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buNone/>
              <a:defRPr sz="2000">
                <a:solidFill>
                  <a:schemeClr val="bg1">
                    <a:lumMod val="7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pPr lvl="0"/>
            <a:r>
              <a:rPr lang="pl-PL" err="1"/>
              <a:t>Title</a:t>
            </a:r>
            <a:r>
              <a:rPr lang="pl-PL"/>
              <a:t> of 1st point</a:t>
            </a:r>
            <a:endParaRPr lang="en-US"/>
          </a:p>
        </p:txBody>
      </p:sp>
      <p:sp>
        <p:nvSpPr>
          <p:cNvPr id="41" name="Online Image Placeholder 40">
            <a:extLst>
              <a:ext uri="{FF2B5EF4-FFF2-40B4-BE49-F238E27FC236}">
                <a16:creationId xmlns:a16="http://schemas.microsoft.com/office/drawing/2014/main" id="{076E8A9E-4192-7B33-F528-1559C28F09BA}"/>
              </a:ext>
            </a:extLst>
          </p:cNvPr>
          <p:cNvSpPr>
            <a:spLocks noGrp="1"/>
          </p:cNvSpPr>
          <p:nvPr>
            <p:ph type="clipArt" sz="quarter" idx="29"/>
          </p:nvPr>
        </p:nvSpPr>
        <p:spPr>
          <a:xfrm>
            <a:off x="106246" y="53881"/>
            <a:ext cx="795258" cy="758122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10206E-32F2-0E7C-D147-1DFD7D88D673}"/>
              </a:ext>
            </a:extLst>
          </p:cNvPr>
          <p:cNvSpPr/>
          <p:nvPr userDrawn="1"/>
        </p:nvSpPr>
        <p:spPr>
          <a:xfrm>
            <a:off x="0" y="6639421"/>
            <a:ext cx="12192000" cy="218579"/>
          </a:xfrm>
          <a:prstGeom prst="rect">
            <a:avLst/>
          </a:prstGeom>
          <a:solidFill>
            <a:srgbClr val="C8B182">
              <a:alpha val="43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Copyright © 202</a:t>
            </a:r>
            <a:r>
              <a:rPr lang="pl-PL" sz="800">
                <a:solidFill>
                  <a:schemeClr val="tx1"/>
                </a:solidFill>
              </a:rPr>
              <a:t>6 </a:t>
            </a:r>
            <a:r>
              <a:rPr lang="en-GB" sz="800">
                <a:solidFill>
                  <a:schemeClr val="tx1"/>
                </a:solidFill>
              </a:rPr>
              <a:t>by </a:t>
            </a:r>
            <a:r>
              <a:rPr lang="en-GB" sz="800" b="1">
                <a:solidFill>
                  <a:schemeClr val="tx1"/>
                </a:solidFill>
              </a:rPr>
              <a:t>Adaptive Group</a:t>
            </a:r>
            <a:r>
              <a:rPr lang="en-GB" sz="800">
                <a:solidFill>
                  <a:schemeClr val="tx1"/>
                </a:solidFill>
              </a:rPr>
              <a:t>. All rights reserved.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0994344-9348-F69C-BFF4-FDC7D31FA36E}"/>
              </a:ext>
            </a:extLst>
          </p:cNvPr>
          <p:cNvGrpSpPr/>
          <p:nvPr userDrawn="1"/>
        </p:nvGrpSpPr>
        <p:grpSpPr>
          <a:xfrm>
            <a:off x="8694500" y="2643566"/>
            <a:ext cx="2063635" cy="1570868"/>
            <a:chOff x="8550664" y="2400611"/>
            <a:chExt cx="2063635" cy="1570868"/>
          </a:xfrm>
        </p:grpSpPr>
        <p:sp>
          <p:nvSpPr>
            <p:cNvPr id="3" name="TextBox 11">
              <a:hlinkClick r:id="rId2"/>
              <a:extLst>
                <a:ext uri="{FF2B5EF4-FFF2-40B4-BE49-F238E27FC236}">
                  <a16:creationId xmlns:a16="http://schemas.microsoft.com/office/drawing/2014/main" id="{02DC0CC4-BA16-8310-BB4C-B77CBCED93B7}"/>
                </a:ext>
              </a:extLst>
            </p:cNvPr>
            <p:cNvSpPr txBox="1"/>
            <p:nvPr userDrawn="1"/>
          </p:nvSpPr>
          <p:spPr>
            <a:xfrm>
              <a:off x="8550664" y="2400611"/>
              <a:ext cx="2063635" cy="15708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l-PL" sz="4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Nova Cond" panose="020B0506020202020204" pitchFamily="34" charset="0"/>
                </a:rPr>
                <a:t>AGENDA</a:t>
              </a:r>
              <a:endParaRPr lang="en-GB" sz="4000" b="1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B50A0BA-E2D8-C373-6A69-B02DA828BE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35242" y="3597086"/>
              <a:ext cx="857250" cy="0"/>
            </a:xfrm>
            <a:prstGeom prst="line">
              <a:avLst/>
            </a:prstGeom>
            <a:ln w="57150">
              <a:solidFill>
                <a:srgbClr val="B0924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Hexagon 20">
            <a:extLst>
              <a:ext uri="{FF2B5EF4-FFF2-40B4-BE49-F238E27FC236}">
                <a16:creationId xmlns:a16="http://schemas.microsoft.com/office/drawing/2014/main" id="{D1243A55-4917-DF2F-B048-81E3A476DC17}"/>
              </a:ext>
            </a:extLst>
          </p:cNvPr>
          <p:cNvSpPr/>
          <p:nvPr userDrawn="1"/>
        </p:nvSpPr>
        <p:spPr>
          <a:xfrm>
            <a:off x="11637398" y="89672"/>
            <a:ext cx="435435" cy="373244"/>
          </a:xfrm>
          <a:prstGeom prst="hexagon">
            <a:avLst/>
          </a:prstGeom>
          <a:noFill/>
          <a:ln>
            <a:solidFill>
              <a:srgbClr val="B59859">
                <a:alpha val="16000"/>
              </a:srgbClr>
            </a:solidFill>
          </a:ln>
          <a:effectLst>
            <a:reflection blurRad="6350" stA="50000" endA="300" endPos="90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Hexagon 21">
            <a:extLst>
              <a:ext uri="{FF2B5EF4-FFF2-40B4-BE49-F238E27FC236}">
                <a16:creationId xmlns:a16="http://schemas.microsoft.com/office/drawing/2014/main" id="{6FE2AFA4-CED4-F51D-A7B9-6C30E620CC2A}"/>
              </a:ext>
            </a:extLst>
          </p:cNvPr>
          <p:cNvSpPr/>
          <p:nvPr userDrawn="1"/>
        </p:nvSpPr>
        <p:spPr>
          <a:xfrm>
            <a:off x="11185358" y="276294"/>
            <a:ext cx="452040" cy="373244"/>
          </a:xfrm>
          <a:prstGeom prst="hexagon">
            <a:avLst/>
          </a:prstGeom>
          <a:noFill/>
          <a:ln>
            <a:solidFill>
              <a:srgbClr val="B59859">
                <a:alpha val="9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nline Image Placeholder 40">
            <a:extLst>
              <a:ext uri="{FF2B5EF4-FFF2-40B4-BE49-F238E27FC236}">
                <a16:creationId xmlns:a16="http://schemas.microsoft.com/office/drawing/2014/main" id="{F6EE5F01-95C9-2219-7F45-8F5183116F18}"/>
              </a:ext>
            </a:extLst>
          </p:cNvPr>
          <p:cNvSpPr>
            <a:spLocks noGrp="1"/>
          </p:cNvSpPr>
          <p:nvPr>
            <p:ph type="clipArt" sz="quarter" idx="30"/>
          </p:nvPr>
        </p:nvSpPr>
        <p:spPr>
          <a:xfrm>
            <a:off x="101761" y="858221"/>
            <a:ext cx="795258" cy="758122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Online Image Placeholder 40">
            <a:extLst>
              <a:ext uri="{FF2B5EF4-FFF2-40B4-BE49-F238E27FC236}">
                <a16:creationId xmlns:a16="http://schemas.microsoft.com/office/drawing/2014/main" id="{D13F568E-ACF1-EB06-75D9-13325D955B71}"/>
              </a:ext>
            </a:extLst>
          </p:cNvPr>
          <p:cNvSpPr>
            <a:spLocks noGrp="1"/>
          </p:cNvSpPr>
          <p:nvPr>
            <p:ph type="clipArt" sz="quarter" idx="31"/>
          </p:nvPr>
        </p:nvSpPr>
        <p:spPr>
          <a:xfrm>
            <a:off x="101761" y="1667975"/>
            <a:ext cx="795258" cy="758122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Online Image Placeholder 40">
            <a:extLst>
              <a:ext uri="{FF2B5EF4-FFF2-40B4-BE49-F238E27FC236}">
                <a16:creationId xmlns:a16="http://schemas.microsoft.com/office/drawing/2014/main" id="{38FA8FB4-6D2B-FE55-EABB-9CF6664C3DD9}"/>
              </a:ext>
            </a:extLst>
          </p:cNvPr>
          <p:cNvSpPr>
            <a:spLocks noGrp="1"/>
          </p:cNvSpPr>
          <p:nvPr>
            <p:ph type="clipArt" sz="quarter" idx="32"/>
          </p:nvPr>
        </p:nvSpPr>
        <p:spPr>
          <a:xfrm>
            <a:off x="101761" y="2471176"/>
            <a:ext cx="795258" cy="758122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Online Image Placeholder 40">
            <a:extLst>
              <a:ext uri="{FF2B5EF4-FFF2-40B4-BE49-F238E27FC236}">
                <a16:creationId xmlns:a16="http://schemas.microsoft.com/office/drawing/2014/main" id="{734CBD98-68EE-CA5F-70E4-25BA2783FC1B}"/>
              </a:ext>
            </a:extLst>
          </p:cNvPr>
          <p:cNvSpPr>
            <a:spLocks noGrp="1"/>
          </p:cNvSpPr>
          <p:nvPr>
            <p:ph type="clipArt" sz="quarter" idx="33"/>
          </p:nvPr>
        </p:nvSpPr>
        <p:spPr>
          <a:xfrm>
            <a:off x="101761" y="3272688"/>
            <a:ext cx="795258" cy="758122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Online Image Placeholder 40">
            <a:extLst>
              <a:ext uri="{FF2B5EF4-FFF2-40B4-BE49-F238E27FC236}">
                <a16:creationId xmlns:a16="http://schemas.microsoft.com/office/drawing/2014/main" id="{B13F3A53-B9C3-ED08-9356-0D764CBEA220}"/>
              </a:ext>
            </a:extLst>
          </p:cNvPr>
          <p:cNvSpPr>
            <a:spLocks noGrp="1"/>
          </p:cNvSpPr>
          <p:nvPr>
            <p:ph type="clipArt" sz="quarter" idx="34"/>
          </p:nvPr>
        </p:nvSpPr>
        <p:spPr>
          <a:xfrm>
            <a:off x="101761" y="4074200"/>
            <a:ext cx="795258" cy="758122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Online Image Placeholder 40">
            <a:extLst>
              <a:ext uri="{FF2B5EF4-FFF2-40B4-BE49-F238E27FC236}">
                <a16:creationId xmlns:a16="http://schemas.microsoft.com/office/drawing/2014/main" id="{A730FFF5-7D05-FEAF-0143-6E683570F7E1}"/>
              </a:ext>
            </a:extLst>
          </p:cNvPr>
          <p:cNvSpPr>
            <a:spLocks noGrp="1"/>
          </p:cNvSpPr>
          <p:nvPr>
            <p:ph type="clipArt" sz="quarter" idx="35"/>
          </p:nvPr>
        </p:nvSpPr>
        <p:spPr>
          <a:xfrm>
            <a:off x="101761" y="4875712"/>
            <a:ext cx="795258" cy="758122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Online Image Placeholder 40">
            <a:extLst>
              <a:ext uri="{FF2B5EF4-FFF2-40B4-BE49-F238E27FC236}">
                <a16:creationId xmlns:a16="http://schemas.microsoft.com/office/drawing/2014/main" id="{563D4D2C-1089-56C4-9003-F292FF2B4213}"/>
              </a:ext>
            </a:extLst>
          </p:cNvPr>
          <p:cNvSpPr>
            <a:spLocks noGrp="1"/>
          </p:cNvSpPr>
          <p:nvPr>
            <p:ph type="clipArt" sz="quarter" idx="36"/>
          </p:nvPr>
        </p:nvSpPr>
        <p:spPr>
          <a:xfrm>
            <a:off x="101761" y="5683397"/>
            <a:ext cx="795258" cy="758122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663D689C-0931-D00D-60AC-71CBC74BFD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20699" y="971965"/>
            <a:ext cx="5724238" cy="53063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buNone/>
              <a:defRPr sz="2000">
                <a:solidFill>
                  <a:schemeClr val="bg1">
                    <a:lumMod val="7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pPr lvl="0"/>
            <a:r>
              <a:rPr lang="pl-PL" err="1"/>
              <a:t>Title</a:t>
            </a:r>
            <a:r>
              <a:rPr lang="pl-PL"/>
              <a:t> of 2nd point</a:t>
            </a:r>
            <a:endParaRPr lang="en-US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714A6227-96E2-BED0-FF35-11D01AB38E9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120699" y="1781719"/>
            <a:ext cx="5724238" cy="53063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buNone/>
              <a:defRPr sz="2000">
                <a:solidFill>
                  <a:schemeClr val="bg1">
                    <a:lumMod val="7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pPr lvl="0"/>
            <a:r>
              <a:rPr lang="pl-PL" err="1"/>
              <a:t>Title</a:t>
            </a:r>
            <a:r>
              <a:rPr lang="pl-PL"/>
              <a:t> of 3rd point</a:t>
            </a:r>
            <a:endParaRPr lang="en-US"/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9949B0AB-D858-EB6A-6098-355CB37CD29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0699" y="2581476"/>
            <a:ext cx="5724238" cy="53063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buNone/>
              <a:defRPr sz="2000">
                <a:solidFill>
                  <a:schemeClr val="bg1">
                    <a:lumMod val="7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pPr lvl="0"/>
            <a:r>
              <a:rPr lang="pl-PL" err="1"/>
              <a:t>Title</a:t>
            </a:r>
            <a:r>
              <a:rPr lang="pl-PL"/>
              <a:t> of 4th point</a:t>
            </a:r>
            <a:endParaRPr lang="en-US"/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3F130997-27B2-F657-91C6-1CEC7E2C84C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1117" y="3386432"/>
            <a:ext cx="5724238" cy="53063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buNone/>
              <a:defRPr sz="2000">
                <a:solidFill>
                  <a:schemeClr val="bg1">
                    <a:lumMod val="7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pPr lvl="0"/>
            <a:r>
              <a:rPr lang="pl-PL" err="1"/>
              <a:t>Title</a:t>
            </a:r>
            <a:r>
              <a:rPr lang="pl-PL"/>
              <a:t> of 5th point</a:t>
            </a:r>
            <a:endParaRPr lang="en-US"/>
          </a:p>
        </p:txBody>
      </p:sp>
      <p:sp>
        <p:nvSpPr>
          <p:cNvPr id="18" name="Text Placeholder 28">
            <a:extLst>
              <a:ext uri="{FF2B5EF4-FFF2-40B4-BE49-F238E27FC236}">
                <a16:creationId xmlns:a16="http://schemas.microsoft.com/office/drawing/2014/main" id="{D4365991-EB1E-6A99-46F8-335A954B5A6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141117" y="4183520"/>
            <a:ext cx="5724238" cy="53063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buNone/>
              <a:defRPr sz="2000">
                <a:solidFill>
                  <a:schemeClr val="bg1">
                    <a:lumMod val="7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pPr lvl="0"/>
            <a:r>
              <a:rPr lang="pl-PL" err="1"/>
              <a:t>Title</a:t>
            </a:r>
            <a:r>
              <a:rPr lang="pl-PL"/>
              <a:t> of 6th point</a:t>
            </a:r>
            <a:endParaRPr lang="en-US"/>
          </a:p>
        </p:txBody>
      </p:sp>
      <p:sp>
        <p:nvSpPr>
          <p:cNvPr id="19" name="Text Placeholder 28">
            <a:extLst>
              <a:ext uri="{FF2B5EF4-FFF2-40B4-BE49-F238E27FC236}">
                <a16:creationId xmlns:a16="http://schemas.microsoft.com/office/drawing/2014/main" id="{961DA87B-C744-3F74-1C20-E10C98C1D78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141117" y="4989456"/>
            <a:ext cx="5724238" cy="53063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buNone/>
              <a:defRPr sz="2000">
                <a:solidFill>
                  <a:schemeClr val="bg1">
                    <a:lumMod val="7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pPr lvl="0"/>
            <a:r>
              <a:rPr lang="pl-PL" err="1"/>
              <a:t>Title</a:t>
            </a:r>
            <a:r>
              <a:rPr lang="pl-PL"/>
              <a:t> of 7th point</a:t>
            </a:r>
            <a:endParaRPr lang="en-US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4A870336-5A21-7DF4-3057-82FBCF68A37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141117" y="5797141"/>
            <a:ext cx="5724238" cy="53063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buNone/>
              <a:defRPr sz="2000">
                <a:solidFill>
                  <a:schemeClr val="bg1">
                    <a:lumMod val="7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pPr lvl="0"/>
            <a:r>
              <a:rPr lang="pl-PL" err="1"/>
              <a:t>Title</a:t>
            </a:r>
            <a:r>
              <a:rPr lang="pl-PL"/>
              <a:t> of 8th point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177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3E9603-AD9D-44A0-07CF-B72EDCDE0B4D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 Nova Cond" panose="020B0506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6F3859-E4A5-3AD6-EA88-FBCFF838A4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1966" y="1"/>
            <a:ext cx="9683391" cy="925830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l-PL" err="1"/>
              <a:t>Title</a:t>
            </a:r>
            <a:r>
              <a:rPr lang="pl-PL"/>
              <a:t> of the </a:t>
            </a:r>
            <a:r>
              <a:rPr lang="pl-PL" err="1"/>
              <a:t>slide</a:t>
            </a:r>
            <a:endParaRPr lang="en-GB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C2544ACB-0ED8-F4F0-C054-BD52390E849A}"/>
              </a:ext>
            </a:extLst>
          </p:cNvPr>
          <p:cNvSpPr/>
          <p:nvPr userDrawn="1"/>
        </p:nvSpPr>
        <p:spPr>
          <a:xfrm>
            <a:off x="11637398" y="89672"/>
            <a:ext cx="435435" cy="373244"/>
          </a:xfrm>
          <a:prstGeom prst="hexagon">
            <a:avLst/>
          </a:prstGeom>
          <a:noFill/>
          <a:ln>
            <a:solidFill>
              <a:srgbClr val="B59859">
                <a:alpha val="16000"/>
              </a:srgbClr>
            </a:solidFill>
          </a:ln>
          <a:effectLst>
            <a:reflection blurRad="6350" stA="50000" endA="300" endPos="90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24BCE608-9748-8751-B509-068B5550618D}"/>
              </a:ext>
            </a:extLst>
          </p:cNvPr>
          <p:cNvSpPr/>
          <p:nvPr userDrawn="1"/>
        </p:nvSpPr>
        <p:spPr>
          <a:xfrm>
            <a:off x="11185358" y="276294"/>
            <a:ext cx="452040" cy="373244"/>
          </a:xfrm>
          <a:prstGeom prst="hexagon">
            <a:avLst/>
          </a:prstGeom>
          <a:noFill/>
          <a:ln>
            <a:solidFill>
              <a:srgbClr val="B59859">
                <a:alpha val="9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8CC02E-BEF6-C923-C06D-C6772D3E3E09}"/>
              </a:ext>
            </a:extLst>
          </p:cNvPr>
          <p:cNvSpPr/>
          <p:nvPr userDrawn="1"/>
        </p:nvSpPr>
        <p:spPr>
          <a:xfrm>
            <a:off x="0" y="6639421"/>
            <a:ext cx="12192000" cy="218579"/>
          </a:xfrm>
          <a:prstGeom prst="rect">
            <a:avLst/>
          </a:prstGeom>
          <a:solidFill>
            <a:srgbClr val="C8B182">
              <a:alpha val="43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Copyright © 202</a:t>
            </a:r>
            <a:r>
              <a:rPr lang="pl-PL" sz="800">
                <a:solidFill>
                  <a:schemeClr val="tx1"/>
                </a:solidFill>
              </a:rPr>
              <a:t>6 </a:t>
            </a:r>
            <a:r>
              <a:rPr lang="en-GB" sz="800">
                <a:solidFill>
                  <a:schemeClr val="tx1"/>
                </a:solidFill>
              </a:rPr>
              <a:t>by </a:t>
            </a:r>
            <a:r>
              <a:rPr lang="en-GB" sz="800" b="1">
                <a:solidFill>
                  <a:schemeClr val="tx1"/>
                </a:solidFill>
              </a:rPr>
              <a:t>Adaptive Group</a:t>
            </a:r>
            <a:r>
              <a:rPr lang="en-GB" sz="800">
                <a:solidFill>
                  <a:schemeClr val="tx1"/>
                </a:solidFill>
              </a:rPr>
              <a:t>. All rights reserved.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34D1411-8CBD-DD58-EDCA-B80E1179E90D}"/>
              </a:ext>
            </a:extLst>
          </p:cNvPr>
          <p:cNvCxnSpPr>
            <a:cxnSpLocks/>
          </p:cNvCxnSpPr>
          <p:nvPr userDrawn="1"/>
        </p:nvCxnSpPr>
        <p:spPr>
          <a:xfrm>
            <a:off x="1590458" y="925831"/>
            <a:ext cx="857250" cy="0"/>
          </a:xfrm>
          <a:prstGeom prst="line">
            <a:avLst/>
          </a:prstGeom>
          <a:ln w="57150">
            <a:solidFill>
              <a:srgbClr val="B092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FC199CD-9BF3-B318-4510-A5746E96463E}"/>
              </a:ext>
            </a:extLst>
          </p:cNvPr>
          <p:cNvSpPr/>
          <p:nvPr userDrawn="1"/>
        </p:nvSpPr>
        <p:spPr>
          <a:xfrm>
            <a:off x="-1" y="0"/>
            <a:ext cx="1315093" cy="66394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nline Image Placeholder 40">
            <a:extLst>
              <a:ext uri="{FF2B5EF4-FFF2-40B4-BE49-F238E27FC236}">
                <a16:creationId xmlns:a16="http://schemas.microsoft.com/office/drawing/2014/main" id="{98248844-3DC0-97A2-A756-45A862B36A04}"/>
              </a:ext>
            </a:extLst>
          </p:cNvPr>
          <p:cNvSpPr>
            <a:spLocks noGrp="1"/>
          </p:cNvSpPr>
          <p:nvPr>
            <p:ph type="clipArt" sz="quarter" idx="30"/>
          </p:nvPr>
        </p:nvSpPr>
        <p:spPr>
          <a:xfrm>
            <a:off x="106246" y="1495744"/>
            <a:ext cx="1080000" cy="1080000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Online Image Placeholder 40">
            <a:extLst>
              <a:ext uri="{FF2B5EF4-FFF2-40B4-BE49-F238E27FC236}">
                <a16:creationId xmlns:a16="http://schemas.microsoft.com/office/drawing/2014/main" id="{52C34A16-10B1-CCAC-C962-454D76CA84CA}"/>
              </a:ext>
            </a:extLst>
          </p:cNvPr>
          <p:cNvSpPr>
            <a:spLocks noGrp="1"/>
          </p:cNvSpPr>
          <p:nvPr>
            <p:ph type="clipArt" sz="quarter" idx="31"/>
          </p:nvPr>
        </p:nvSpPr>
        <p:spPr>
          <a:xfrm>
            <a:off x="106246" y="2733612"/>
            <a:ext cx="1080000" cy="1080000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Online Image Placeholder 40">
            <a:extLst>
              <a:ext uri="{FF2B5EF4-FFF2-40B4-BE49-F238E27FC236}">
                <a16:creationId xmlns:a16="http://schemas.microsoft.com/office/drawing/2014/main" id="{0BA749EE-9DBB-09F4-6A04-D0BA1B3475CE}"/>
              </a:ext>
            </a:extLst>
          </p:cNvPr>
          <p:cNvSpPr>
            <a:spLocks noGrp="1"/>
          </p:cNvSpPr>
          <p:nvPr>
            <p:ph type="clipArt" sz="quarter" idx="32"/>
          </p:nvPr>
        </p:nvSpPr>
        <p:spPr>
          <a:xfrm>
            <a:off x="95800" y="3971479"/>
            <a:ext cx="1080000" cy="1080000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506F359-8DF5-9DC5-2E3E-3963E420C21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1170944" y="6639420"/>
            <a:ext cx="1021056" cy="218579"/>
          </a:xfrm>
          <a:prstGeom prst="rect">
            <a:avLst/>
          </a:prstGeom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73392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3E9603-AD9D-44A0-07CF-B72EDCDE0B4D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 Nova Cond" panose="020B0506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6F3859-E4A5-3AD6-EA88-FBCFF838A4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1966" y="1"/>
            <a:ext cx="9683391" cy="925830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l-PL" err="1"/>
              <a:t>Title</a:t>
            </a:r>
            <a:r>
              <a:rPr lang="pl-PL"/>
              <a:t> of the </a:t>
            </a:r>
            <a:r>
              <a:rPr lang="pl-PL" err="1"/>
              <a:t>slide</a:t>
            </a:r>
            <a:r>
              <a:rPr lang="pl-PL"/>
              <a:t> (point from agenda)</a:t>
            </a:r>
            <a:endParaRPr lang="en-GB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C2544ACB-0ED8-F4F0-C054-BD52390E849A}"/>
              </a:ext>
            </a:extLst>
          </p:cNvPr>
          <p:cNvSpPr/>
          <p:nvPr userDrawn="1"/>
        </p:nvSpPr>
        <p:spPr>
          <a:xfrm>
            <a:off x="11637398" y="89672"/>
            <a:ext cx="435435" cy="373244"/>
          </a:xfrm>
          <a:prstGeom prst="hexagon">
            <a:avLst/>
          </a:prstGeom>
          <a:noFill/>
          <a:ln>
            <a:solidFill>
              <a:srgbClr val="B59859">
                <a:alpha val="16000"/>
              </a:srgbClr>
            </a:solidFill>
          </a:ln>
          <a:effectLst>
            <a:reflection blurRad="6350" stA="50000" endA="300" endPos="90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24BCE608-9748-8751-B509-068B5550618D}"/>
              </a:ext>
            </a:extLst>
          </p:cNvPr>
          <p:cNvSpPr/>
          <p:nvPr userDrawn="1"/>
        </p:nvSpPr>
        <p:spPr>
          <a:xfrm>
            <a:off x="11185358" y="276294"/>
            <a:ext cx="452040" cy="373244"/>
          </a:xfrm>
          <a:prstGeom prst="hexagon">
            <a:avLst/>
          </a:prstGeom>
          <a:noFill/>
          <a:ln>
            <a:solidFill>
              <a:srgbClr val="B59859">
                <a:alpha val="9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8CC02E-BEF6-C923-C06D-C6772D3E3E09}"/>
              </a:ext>
            </a:extLst>
          </p:cNvPr>
          <p:cNvSpPr/>
          <p:nvPr userDrawn="1"/>
        </p:nvSpPr>
        <p:spPr>
          <a:xfrm>
            <a:off x="0" y="6639421"/>
            <a:ext cx="12192000" cy="218579"/>
          </a:xfrm>
          <a:prstGeom prst="rect">
            <a:avLst/>
          </a:prstGeom>
          <a:solidFill>
            <a:srgbClr val="C8B182">
              <a:alpha val="43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Copyright © 202</a:t>
            </a:r>
            <a:r>
              <a:rPr lang="pl-PL" sz="800">
                <a:solidFill>
                  <a:schemeClr val="tx1"/>
                </a:solidFill>
              </a:rPr>
              <a:t>6 </a:t>
            </a:r>
            <a:r>
              <a:rPr lang="en-GB" sz="800">
                <a:solidFill>
                  <a:schemeClr val="tx1"/>
                </a:solidFill>
              </a:rPr>
              <a:t>by </a:t>
            </a:r>
            <a:r>
              <a:rPr lang="en-GB" sz="800" b="1">
                <a:solidFill>
                  <a:schemeClr val="tx1"/>
                </a:solidFill>
              </a:rPr>
              <a:t>Adaptive Group</a:t>
            </a:r>
            <a:r>
              <a:rPr lang="en-GB" sz="800">
                <a:solidFill>
                  <a:schemeClr val="tx1"/>
                </a:solidFill>
              </a:rPr>
              <a:t>. All rights reserved.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34D1411-8CBD-DD58-EDCA-B80E1179E90D}"/>
              </a:ext>
            </a:extLst>
          </p:cNvPr>
          <p:cNvCxnSpPr>
            <a:cxnSpLocks/>
          </p:cNvCxnSpPr>
          <p:nvPr userDrawn="1"/>
        </p:nvCxnSpPr>
        <p:spPr>
          <a:xfrm>
            <a:off x="1590458" y="925831"/>
            <a:ext cx="857250" cy="0"/>
          </a:xfrm>
          <a:prstGeom prst="line">
            <a:avLst/>
          </a:prstGeom>
          <a:ln w="57150">
            <a:solidFill>
              <a:srgbClr val="B092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FC199CD-9BF3-B318-4510-A5746E96463E}"/>
              </a:ext>
            </a:extLst>
          </p:cNvPr>
          <p:cNvSpPr/>
          <p:nvPr userDrawn="1"/>
        </p:nvSpPr>
        <p:spPr>
          <a:xfrm>
            <a:off x="-1" y="0"/>
            <a:ext cx="1315093" cy="66394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nline Image Placeholder 40">
            <a:extLst>
              <a:ext uri="{FF2B5EF4-FFF2-40B4-BE49-F238E27FC236}">
                <a16:creationId xmlns:a16="http://schemas.microsoft.com/office/drawing/2014/main" id="{98248844-3DC0-97A2-A756-45A862B36A04}"/>
              </a:ext>
            </a:extLst>
          </p:cNvPr>
          <p:cNvSpPr>
            <a:spLocks noGrp="1"/>
          </p:cNvSpPr>
          <p:nvPr>
            <p:ph type="clipArt" sz="quarter" idx="30"/>
          </p:nvPr>
        </p:nvSpPr>
        <p:spPr>
          <a:xfrm>
            <a:off x="119167" y="34684"/>
            <a:ext cx="1080000" cy="1080000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506F359-8DF5-9DC5-2E3E-3963E420C21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1170944" y="6639420"/>
            <a:ext cx="1021056" cy="218579"/>
          </a:xfrm>
          <a:prstGeom prst="rect">
            <a:avLst/>
          </a:prstGeom>
        </p:spPr>
        <p:txBody>
          <a:bodyPr/>
          <a:lstStyle/>
          <a:p>
            <a:endParaRPr lang="pl-PL"/>
          </a:p>
        </p:txBody>
      </p:sp>
      <p:sp>
        <p:nvSpPr>
          <p:cNvPr id="4" name="Online Image Placeholder 40">
            <a:extLst>
              <a:ext uri="{FF2B5EF4-FFF2-40B4-BE49-F238E27FC236}">
                <a16:creationId xmlns:a16="http://schemas.microsoft.com/office/drawing/2014/main" id="{902031D1-EC34-735B-3B03-0BE12A9122F5}"/>
              </a:ext>
            </a:extLst>
          </p:cNvPr>
          <p:cNvSpPr>
            <a:spLocks noGrp="1"/>
          </p:cNvSpPr>
          <p:nvPr>
            <p:ph type="clipArt" sz="quarter" idx="34"/>
          </p:nvPr>
        </p:nvSpPr>
        <p:spPr>
          <a:xfrm>
            <a:off x="200344" y="1799345"/>
            <a:ext cx="914402" cy="776400"/>
          </a:xfrm>
          <a:prstGeom prst="hexagon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Online Image Placeholder 40">
            <a:extLst>
              <a:ext uri="{FF2B5EF4-FFF2-40B4-BE49-F238E27FC236}">
                <a16:creationId xmlns:a16="http://schemas.microsoft.com/office/drawing/2014/main" id="{FE951C06-3A50-B12E-FB78-27A28C4A3F5C}"/>
              </a:ext>
            </a:extLst>
          </p:cNvPr>
          <p:cNvSpPr>
            <a:spLocks noGrp="1"/>
          </p:cNvSpPr>
          <p:nvPr>
            <p:ph type="clipArt" sz="quarter" idx="35"/>
          </p:nvPr>
        </p:nvSpPr>
        <p:spPr>
          <a:xfrm>
            <a:off x="200344" y="2652600"/>
            <a:ext cx="914402" cy="776400"/>
          </a:xfrm>
          <a:prstGeom prst="hexagon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Online Image Placeholder 40">
            <a:extLst>
              <a:ext uri="{FF2B5EF4-FFF2-40B4-BE49-F238E27FC236}">
                <a16:creationId xmlns:a16="http://schemas.microsoft.com/office/drawing/2014/main" id="{D59FD807-BD22-163C-2B01-69FFAA5692B5}"/>
              </a:ext>
            </a:extLst>
          </p:cNvPr>
          <p:cNvSpPr>
            <a:spLocks noGrp="1"/>
          </p:cNvSpPr>
          <p:nvPr>
            <p:ph type="clipArt" sz="quarter" idx="36"/>
          </p:nvPr>
        </p:nvSpPr>
        <p:spPr>
          <a:xfrm>
            <a:off x="200344" y="3505856"/>
            <a:ext cx="914402" cy="776400"/>
          </a:xfrm>
          <a:prstGeom prst="hexagon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Online Image Placeholder 40">
            <a:extLst>
              <a:ext uri="{FF2B5EF4-FFF2-40B4-BE49-F238E27FC236}">
                <a16:creationId xmlns:a16="http://schemas.microsoft.com/office/drawing/2014/main" id="{3801D1D4-334E-C42A-5361-CAEA1A11F16B}"/>
              </a:ext>
            </a:extLst>
          </p:cNvPr>
          <p:cNvSpPr>
            <a:spLocks noGrp="1"/>
          </p:cNvSpPr>
          <p:nvPr>
            <p:ph type="clipArt" sz="quarter" idx="37"/>
          </p:nvPr>
        </p:nvSpPr>
        <p:spPr>
          <a:xfrm>
            <a:off x="200344" y="4359112"/>
            <a:ext cx="914402" cy="776400"/>
          </a:xfrm>
          <a:prstGeom prst="hexagon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Online Image Placeholder 40">
            <a:extLst>
              <a:ext uri="{FF2B5EF4-FFF2-40B4-BE49-F238E27FC236}">
                <a16:creationId xmlns:a16="http://schemas.microsoft.com/office/drawing/2014/main" id="{E0A79657-7B69-7C86-277B-7B862B058208}"/>
              </a:ext>
            </a:extLst>
          </p:cNvPr>
          <p:cNvSpPr>
            <a:spLocks noGrp="1"/>
          </p:cNvSpPr>
          <p:nvPr>
            <p:ph type="clipArt" sz="quarter" idx="38"/>
          </p:nvPr>
        </p:nvSpPr>
        <p:spPr>
          <a:xfrm>
            <a:off x="200344" y="5212368"/>
            <a:ext cx="914402" cy="776400"/>
          </a:xfrm>
          <a:prstGeom prst="hexagon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6036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6979AE-893A-479F-4579-53C8CFAC34E5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 Nova Cond" panose="020B0506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29B7AD-9058-F64A-D648-BEFCDA0A88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5639" y="2766219"/>
            <a:ext cx="8800721" cy="1325563"/>
          </a:xfrm>
          <a:prstGeom prst="rect">
            <a:avLst/>
          </a:prstGeom>
        </p:spPr>
        <p:txBody>
          <a:bodyPr anchor="ctr"/>
          <a:lstStyle>
            <a:lvl1pPr>
              <a:defRPr b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en-US" noProof="0"/>
              <a:t>Section Title</a:t>
            </a:r>
            <a:r>
              <a:rPr lang="pl-PL" noProof="0"/>
              <a:t> (</a:t>
            </a:r>
            <a:r>
              <a:rPr lang="pl-PL" noProof="0" err="1"/>
              <a:t>optional</a:t>
            </a:r>
            <a:r>
              <a:rPr lang="pl-PL" noProof="0"/>
              <a:t>)</a:t>
            </a:r>
            <a:endParaRPr lang="en-US" noProof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1C240C-E4CE-B523-98B5-F8A23E91ABDC}"/>
              </a:ext>
            </a:extLst>
          </p:cNvPr>
          <p:cNvCxnSpPr>
            <a:cxnSpLocks/>
          </p:cNvCxnSpPr>
          <p:nvPr userDrawn="1"/>
        </p:nvCxnSpPr>
        <p:spPr>
          <a:xfrm>
            <a:off x="1809911" y="4091782"/>
            <a:ext cx="857250" cy="0"/>
          </a:xfrm>
          <a:prstGeom prst="line">
            <a:avLst/>
          </a:prstGeom>
          <a:ln w="57150">
            <a:solidFill>
              <a:srgbClr val="B092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Hexagon 3">
            <a:extLst>
              <a:ext uri="{FF2B5EF4-FFF2-40B4-BE49-F238E27FC236}">
                <a16:creationId xmlns:a16="http://schemas.microsoft.com/office/drawing/2014/main" id="{D4784659-D52D-A6DC-F27E-120C4CFD9F03}"/>
              </a:ext>
            </a:extLst>
          </p:cNvPr>
          <p:cNvSpPr/>
          <p:nvPr userDrawn="1"/>
        </p:nvSpPr>
        <p:spPr>
          <a:xfrm rot="10800000">
            <a:off x="187099" y="71095"/>
            <a:ext cx="756958" cy="673468"/>
          </a:xfrm>
          <a:prstGeom prst="hexagon">
            <a:avLst/>
          </a:prstGeom>
          <a:noFill/>
          <a:ln>
            <a:solidFill>
              <a:srgbClr val="B59859">
                <a:alpha val="28000"/>
              </a:srgbClr>
            </a:solidFill>
          </a:ln>
          <a:effectLst>
            <a:reflection blurRad="6350" stA="36000" endPos="65000" dist="50800" dir="5400000" sy="-100000" algn="bl" rotWithShape="0"/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1AC8ABBF-07C0-A40C-318C-03AC560D82EF}"/>
              </a:ext>
            </a:extLst>
          </p:cNvPr>
          <p:cNvSpPr/>
          <p:nvPr userDrawn="1"/>
        </p:nvSpPr>
        <p:spPr>
          <a:xfrm rot="10800000">
            <a:off x="866621" y="477663"/>
            <a:ext cx="756958" cy="673468"/>
          </a:xfrm>
          <a:prstGeom prst="hexagon">
            <a:avLst/>
          </a:prstGeom>
          <a:noFill/>
          <a:ln>
            <a:solidFill>
              <a:srgbClr val="B59859">
                <a:alpha val="14000"/>
              </a:srgbClr>
            </a:solidFill>
          </a:ln>
          <a:effectLst>
            <a:reflection blurRad="6350" stA="35000" endPos="65000" dist="50800" dir="5400000" sy="-100000" algn="bl" rotWithShape="0"/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0A6B37F-B1E1-3933-78D7-C58ABEBFAD70}"/>
              </a:ext>
            </a:extLst>
          </p:cNvPr>
          <p:cNvSpPr/>
          <p:nvPr userDrawn="1"/>
        </p:nvSpPr>
        <p:spPr>
          <a:xfrm>
            <a:off x="10650101" y="6542730"/>
            <a:ext cx="688109" cy="621532"/>
          </a:xfrm>
          <a:prstGeom prst="hexagon">
            <a:avLst/>
          </a:prstGeom>
          <a:noFill/>
          <a:ln>
            <a:solidFill>
              <a:srgbClr val="F5F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BDAA3D69-BD06-2BA2-7F4B-7125BDECFF8A}"/>
              </a:ext>
            </a:extLst>
          </p:cNvPr>
          <p:cNvSpPr/>
          <p:nvPr userDrawn="1"/>
        </p:nvSpPr>
        <p:spPr>
          <a:xfrm>
            <a:off x="11253989" y="6019642"/>
            <a:ext cx="1164938" cy="1046176"/>
          </a:xfrm>
          <a:prstGeom prst="hexagon">
            <a:avLst/>
          </a:prstGeom>
          <a:noFill/>
          <a:ln>
            <a:solidFill>
              <a:srgbClr val="F5F2EA"/>
            </a:solidFill>
          </a:ln>
          <a:effectLst>
            <a:reflection endPos="65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949859-D27C-B519-F49D-D9C8E5354A04}"/>
              </a:ext>
            </a:extLst>
          </p:cNvPr>
          <p:cNvSpPr/>
          <p:nvPr userDrawn="1"/>
        </p:nvSpPr>
        <p:spPr>
          <a:xfrm>
            <a:off x="0" y="6639421"/>
            <a:ext cx="12192000" cy="218579"/>
          </a:xfrm>
          <a:prstGeom prst="rect">
            <a:avLst/>
          </a:prstGeom>
          <a:solidFill>
            <a:srgbClr val="C8B182">
              <a:alpha val="43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Copyright © 202</a:t>
            </a:r>
            <a:r>
              <a:rPr lang="pl-PL" sz="800">
                <a:solidFill>
                  <a:schemeClr val="tx1"/>
                </a:solidFill>
              </a:rPr>
              <a:t>6 </a:t>
            </a:r>
            <a:r>
              <a:rPr lang="en-GB" sz="800">
                <a:solidFill>
                  <a:schemeClr val="tx1"/>
                </a:solidFill>
              </a:rPr>
              <a:t>by </a:t>
            </a:r>
            <a:r>
              <a:rPr lang="en-GB" sz="800" b="1">
                <a:solidFill>
                  <a:schemeClr val="tx1"/>
                </a:solidFill>
              </a:rPr>
              <a:t>Adaptive Group</a:t>
            </a:r>
            <a:r>
              <a:rPr lang="en-GB" sz="800">
                <a:solidFill>
                  <a:schemeClr val="tx1"/>
                </a:solidFill>
              </a:rPr>
              <a:t>. All rights reserved.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22FB43-E5C8-CFCB-B008-7023CC6B3BA2}"/>
              </a:ext>
            </a:extLst>
          </p:cNvPr>
          <p:cNvSpPr/>
          <p:nvPr userDrawn="1"/>
        </p:nvSpPr>
        <p:spPr>
          <a:xfrm>
            <a:off x="-1" y="0"/>
            <a:ext cx="1315093" cy="66394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B4AF14-9E10-6C68-C2C1-83E2EBED7BC5}"/>
              </a:ext>
            </a:extLst>
          </p:cNvPr>
          <p:cNvSpPr/>
          <p:nvPr userDrawn="1"/>
        </p:nvSpPr>
        <p:spPr>
          <a:xfrm>
            <a:off x="-1" y="0"/>
            <a:ext cx="1315093" cy="66394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nline Image Placeholder 40">
            <a:extLst>
              <a:ext uri="{FF2B5EF4-FFF2-40B4-BE49-F238E27FC236}">
                <a16:creationId xmlns:a16="http://schemas.microsoft.com/office/drawing/2014/main" id="{2A77CBA0-190C-64AC-9C85-5AF25517A5AB}"/>
              </a:ext>
            </a:extLst>
          </p:cNvPr>
          <p:cNvSpPr>
            <a:spLocks noGrp="1"/>
          </p:cNvSpPr>
          <p:nvPr>
            <p:ph type="clipArt" sz="quarter" idx="29"/>
          </p:nvPr>
        </p:nvSpPr>
        <p:spPr>
          <a:xfrm>
            <a:off x="106246" y="257878"/>
            <a:ext cx="1080000" cy="1080000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Online Image Placeholder 40">
            <a:extLst>
              <a:ext uri="{FF2B5EF4-FFF2-40B4-BE49-F238E27FC236}">
                <a16:creationId xmlns:a16="http://schemas.microsoft.com/office/drawing/2014/main" id="{7B14AD78-9A4C-7978-8299-966F6DDF9FF9}"/>
              </a:ext>
            </a:extLst>
          </p:cNvPr>
          <p:cNvSpPr>
            <a:spLocks noGrp="1"/>
          </p:cNvSpPr>
          <p:nvPr>
            <p:ph type="clipArt" sz="quarter" idx="30"/>
          </p:nvPr>
        </p:nvSpPr>
        <p:spPr>
          <a:xfrm>
            <a:off x="106246" y="1495744"/>
            <a:ext cx="1080000" cy="1080000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Online Image Placeholder 40">
            <a:extLst>
              <a:ext uri="{FF2B5EF4-FFF2-40B4-BE49-F238E27FC236}">
                <a16:creationId xmlns:a16="http://schemas.microsoft.com/office/drawing/2014/main" id="{9A1F5E1B-F152-E1A4-75DA-0B6A1A786B55}"/>
              </a:ext>
            </a:extLst>
          </p:cNvPr>
          <p:cNvSpPr>
            <a:spLocks noGrp="1"/>
          </p:cNvSpPr>
          <p:nvPr>
            <p:ph type="clipArt" sz="quarter" idx="31"/>
          </p:nvPr>
        </p:nvSpPr>
        <p:spPr>
          <a:xfrm>
            <a:off x="106246" y="2733612"/>
            <a:ext cx="1080000" cy="1080000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Online Image Placeholder 40">
            <a:extLst>
              <a:ext uri="{FF2B5EF4-FFF2-40B4-BE49-F238E27FC236}">
                <a16:creationId xmlns:a16="http://schemas.microsoft.com/office/drawing/2014/main" id="{BFE263F8-463C-2408-C10D-6B7FF6149865}"/>
              </a:ext>
            </a:extLst>
          </p:cNvPr>
          <p:cNvSpPr>
            <a:spLocks noGrp="1"/>
          </p:cNvSpPr>
          <p:nvPr>
            <p:ph type="clipArt" sz="quarter" idx="32"/>
          </p:nvPr>
        </p:nvSpPr>
        <p:spPr>
          <a:xfrm>
            <a:off x="95800" y="3971479"/>
            <a:ext cx="1080000" cy="1080000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Online Image Placeholder 40">
            <a:extLst>
              <a:ext uri="{FF2B5EF4-FFF2-40B4-BE49-F238E27FC236}">
                <a16:creationId xmlns:a16="http://schemas.microsoft.com/office/drawing/2014/main" id="{E616DB6A-A8C4-D7B8-C4C1-24B87716420C}"/>
              </a:ext>
            </a:extLst>
          </p:cNvPr>
          <p:cNvSpPr>
            <a:spLocks noGrp="1"/>
          </p:cNvSpPr>
          <p:nvPr>
            <p:ph type="clipArt" sz="quarter" idx="33"/>
          </p:nvPr>
        </p:nvSpPr>
        <p:spPr>
          <a:xfrm>
            <a:off x="95800" y="5209345"/>
            <a:ext cx="1080000" cy="1080000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9E84D9AC-CCDF-AD7B-B06E-6F81A9AF0D72}"/>
              </a:ext>
            </a:extLst>
          </p:cNvPr>
          <p:cNvSpPr/>
          <p:nvPr userDrawn="1"/>
        </p:nvSpPr>
        <p:spPr>
          <a:xfrm>
            <a:off x="11637398" y="89672"/>
            <a:ext cx="435435" cy="373244"/>
          </a:xfrm>
          <a:prstGeom prst="hexagon">
            <a:avLst/>
          </a:prstGeom>
          <a:noFill/>
          <a:ln>
            <a:solidFill>
              <a:srgbClr val="B59859">
                <a:alpha val="16000"/>
              </a:srgbClr>
            </a:solidFill>
          </a:ln>
          <a:effectLst>
            <a:reflection blurRad="6350" stA="50000" endA="300" endPos="90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60791D8E-63B7-4348-E2D4-18966E6B0023}"/>
              </a:ext>
            </a:extLst>
          </p:cNvPr>
          <p:cNvSpPr/>
          <p:nvPr userDrawn="1"/>
        </p:nvSpPr>
        <p:spPr>
          <a:xfrm>
            <a:off x="11185358" y="276294"/>
            <a:ext cx="452040" cy="373244"/>
          </a:xfrm>
          <a:prstGeom prst="hexagon">
            <a:avLst/>
          </a:prstGeom>
          <a:noFill/>
          <a:ln>
            <a:solidFill>
              <a:srgbClr val="B59859">
                <a:alpha val="9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Picture Placeholder 11">
            <a:extLst>
              <a:ext uri="{FF2B5EF4-FFF2-40B4-BE49-F238E27FC236}">
                <a16:creationId xmlns:a16="http://schemas.microsoft.com/office/drawing/2014/main" id="{08769662-3951-0F61-4054-6B52126F94C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1170944" y="6639420"/>
            <a:ext cx="1021056" cy="218579"/>
          </a:xfrm>
          <a:prstGeom prst="rect">
            <a:avLst/>
          </a:prstGeom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62699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3E9603-AD9D-44A0-07CF-B72EDCDE0B4D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 Nova Cond" panose="020B0506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6F3859-E4A5-3AD6-EA88-FBCFF838A4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1966" y="1"/>
            <a:ext cx="9683391" cy="925830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l-PL" err="1"/>
              <a:t>Title</a:t>
            </a:r>
            <a:r>
              <a:rPr lang="pl-PL"/>
              <a:t> of the </a:t>
            </a:r>
            <a:r>
              <a:rPr lang="pl-PL" err="1"/>
              <a:t>slide</a:t>
            </a:r>
            <a:endParaRPr lang="en-GB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C2544ACB-0ED8-F4F0-C054-BD52390E849A}"/>
              </a:ext>
            </a:extLst>
          </p:cNvPr>
          <p:cNvSpPr/>
          <p:nvPr userDrawn="1"/>
        </p:nvSpPr>
        <p:spPr>
          <a:xfrm>
            <a:off x="11637398" y="89672"/>
            <a:ext cx="435435" cy="373244"/>
          </a:xfrm>
          <a:prstGeom prst="hexagon">
            <a:avLst/>
          </a:prstGeom>
          <a:noFill/>
          <a:ln>
            <a:solidFill>
              <a:srgbClr val="B59859">
                <a:alpha val="16000"/>
              </a:srgbClr>
            </a:solidFill>
          </a:ln>
          <a:effectLst>
            <a:reflection blurRad="6350" stA="50000" endA="300" endPos="90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24BCE608-9748-8751-B509-068B5550618D}"/>
              </a:ext>
            </a:extLst>
          </p:cNvPr>
          <p:cNvSpPr/>
          <p:nvPr userDrawn="1"/>
        </p:nvSpPr>
        <p:spPr>
          <a:xfrm>
            <a:off x="11185358" y="276294"/>
            <a:ext cx="452040" cy="373244"/>
          </a:xfrm>
          <a:prstGeom prst="hexagon">
            <a:avLst/>
          </a:prstGeom>
          <a:noFill/>
          <a:ln>
            <a:solidFill>
              <a:srgbClr val="B59859">
                <a:alpha val="9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8CC02E-BEF6-C923-C06D-C6772D3E3E09}"/>
              </a:ext>
            </a:extLst>
          </p:cNvPr>
          <p:cNvSpPr/>
          <p:nvPr userDrawn="1"/>
        </p:nvSpPr>
        <p:spPr>
          <a:xfrm>
            <a:off x="0" y="6639421"/>
            <a:ext cx="12192000" cy="218579"/>
          </a:xfrm>
          <a:prstGeom prst="rect">
            <a:avLst/>
          </a:prstGeom>
          <a:solidFill>
            <a:srgbClr val="C8B182">
              <a:alpha val="43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Copyright © 202</a:t>
            </a:r>
            <a:r>
              <a:rPr lang="pl-PL" sz="800">
                <a:solidFill>
                  <a:schemeClr val="tx1"/>
                </a:solidFill>
              </a:rPr>
              <a:t>6 </a:t>
            </a:r>
            <a:r>
              <a:rPr lang="en-GB" sz="800">
                <a:solidFill>
                  <a:schemeClr val="tx1"/>
                </a:solidFill>
              </a:rPr>
              <a:t>by </a:t>
            </a:r>
            <a:r>
              <a:rPr lang="en-GB" sz="800" b="1">
                <a:solidFill>
                  <a:schemeClr val="tx1"/>
                </a:solidFill>
              </a:rPr>
              <a:t>Adaptive Group</a:t>
            </a:r>
            <a:r>
              <a:rPr lang="en-GB" sz="800">
                <a:solidFill>
                  <a:schemeClr val="tx1"/>
                </a:solidFill>
              </a:rPr>
              <a:t>. All rights reserved.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34D1411-8CBD-DD58-EDCA-B80E1179E90D}"/>
              </a:ext>
            </a:extLst>
          </p:cNvPr>
          <p:cNvCxnSpPr>
            <a:cxnSpLocks/>
          </p:cNvCxnSpPr>
          <p:nvPr userDrawn="1"/>
        </p:nvCxnSpPr>
        <p:spPr>
          <a:xfrm>
            <a:off x="1590458" y="925831"/>
            <a:ext cx="857250" cy="0"/>
          </a:xfrm>
          <a:prstGeom prst="line">
            <a:avLst/>
          </a:prstGeom>
          <a:ln w="57150">
            <a:solidFill>
              <a:srgbClr val="B092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FC199CD-9BF3-B318-4510-A5746E96463E}"/>
              </a:ext>
            </a:extLst>
          </p:cNvPr>
          <p:cNvSpPr/>
          <p:nvPr userDrawn="1"/>
        </p:nvSpPr>
        <p:spPr>
          <a:xfrm>
            <a:off x="-1" y="0"/>
            <a:ext cx="1315093" cy="66394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nline Image Placeholder 40">
            <a:extLst>
              <a:ext uri="{FF2B5EF4-FFF2-40B4-BE49-F238E27FC236}">
                <a16:creationId xmlns:a16="http://schemas.microsoft.com/office/drawing/2014/main" id="{5F1CE37F-AD47-38AF-E997-EC09BB9CC97C}"/>
              </a:ext>
            </a:extLst>
          </p:cNvPr>
          <p:cNvSpPr>
            <a:spLocks noGrp="1"/>
          </p:cNvSpPr>
          <p:nvPr>
            <p:ph type="clipArt" sz="quarter" idx="29"/>
          </p:nvPr>
        </p:nvSpPr>
        <p:spPr>
          <a:xfrm>
            <a:off x="106246" y="257878"/>
            <a:ext cx="1080000" cy="1080000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Online Image Placeholder 40">
            <a:extLst>
              <a:ext uri="{FF2B5EF4-FFF2-40B4-BE49-F238E27FC236}">
                <a16:creationId xmlns:a16="http://schemas.microsoft.com/office/drawing/2014/main" id="{98248844-3DC0-97A2-A756-45A862B36A04}"/>
              </a:ext>
            </a:extLst>
          </p:cNvPr>
          <p:cNvSpPr>
            <a:spLocks noGrp="1"/>
          </p:cNvSpPr>
          <p:nvPr>
            <p:ph type="clipArt" sz="quarter" idx="30"/>
          </p:nvPr>
        </p:nvSpPr>
        <p:spPr>
          <a:xfrm>
            <a:off x="106246" y="1495744"/>
            <a:ext cx="1080000" cy="1080000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Online Image Placeholder 40">
            <a:extLst>
              <a:ext uri="{FF2B5EF4-FFF2-40B4-BE49-F238E27FC236}">
                <a16:creationId xmlns:a16="http://schemas.microsoft.com/office/drawing/2014/main" id="{52C34A16-10B1-CCAC-C962-454D76CA84CA}"/>
              </a:ext>
            </a:extLst>
          </p:cNvPr>
          <p:cNvSpPr>
            <a:spLocks noGrp="1"/>
          </p:cNvSpPr>
          <p:nvPr>
            <p:ph type="clipArt" sz="quarter" idx="31"/>
          </p:nvPr>
        </p:nvSpPr>
        <p:spPr>
          <a:xfrm>
            <a:off x="106246" y="2733612"/>
            <a:ext cx="1080000" cy="1080000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Online Image Placeholder 40">
            <a:extLst>
              <a:ext uri="{FF2B5EF4-FFF2-40B4-BE49-F238E27FC236}">
                <a16:creationId xmlns:a16="http://schemas.microsoft.com/office/drawing/2014/main" id="{0BA749EE-9DBB-09F4-6A04-D0BA1B3475CE}"/>
              </a:ext>
            </a:extLst>
          </p:cNvPr>
          <p:cNvSpPr>
            <a:spLocks noGrp="1"/>
          </p:cNvSpPr>
          <p:nvPr>
            <p:ph type="clipArt" sz="quarter" idx="32"/>
          </p:nvPr>
        </p:nvSpPr>
        <p:spPr>
          <a:xfrm>
            <a:off x="95800" y="3971479"/>
            <a:ext cx="1080000" cy="1080000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Online Image Placeholder 40">
            <a:extLst>
              <a:ext uri="{FF2B5EF4-FFF2-40B4-BE49-F238E27FC236}">
                <a16:creationId xmlns:a16="http://schemas.microsoft.com/office/drawing/2014/main" id="{EE1DDC01-6B51-11AD-9802-FDDBB3F9FD66}"/>
              </a:ext>
            </a:extLst>
          </p:cNvPr>
          <p:cNvSpPr>
            <a:spLocks noGrp="1"/>
          </p:cNvSpPr>
          <p:nvPr>
            <p:ph type="clipArt" sz="quarter" idx="33"/>
          </p:nvPr>
        </p:nvSpPr>
        <p:spPr>
          <a:xfrm>
            <a:off x="95800" y="5209345"/>
            <a:ext cx="1080000" cy="1080000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A334021B-AD4D-CB3D-765C-865B094B8F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1170944" y="6639420"/>
            <a:ext cx="1021056" cy="218579"/>
          </a:xfrm>
          <a:prstGeom prst="rect">
            <a:avLst/>
          </a:prstGeom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947733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3E9603-AD9D-44A0-07CF-B72EDCDE0B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 Nova Cond" panose="020B0506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6F3859-E4A5-3AD6-EA88-FBCFF838A4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1966" y="1"/>
            <a:ext cx="9683391" cy="925830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pl-PL" err="1"/>
              <a:t>Title</a:t>
            </a:r>
            <a:r>
              <a:rPr lang="pl-PL"/>
              <a:t> of the </a:t>
            </a:r>
            <a:r>
              <a:rPr lang="pl-PL" err="1"/>
              <a:t>slide</a:t>
            </a:r>
            <a:endParaRPr lang="en-GB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C2544ACB-0ED8-F4F0-C054-BD52390E849A}"/>
              </a:ext>
            </a:extLst>
          </p:cNvPr>
          <p:cNvSpPr/>
          <p:nvPr userDrawn="1"/>
        </p:nvSpPr>
        <p:spPr>
          <a:xfrm>
            <a:off x="11637398" y="89672"/>
            <a:ext cx="435435" cy="373244"/>
          </a:xfrm>
          <a:prstGeom prst="hexagon">
            <a:avLst/>
          </a:prstGeom>
          <a:noFill/>
          <a:ln>
            <a:solidFill>
              <a:srgbClr val="B59859">
                <a:alpha val="16000"/>
              </a:srgbClr>
            </a:solidFill>
          </a:ln>
          <a:effectLst>
            <a:reflection blurRad="6350" stA="50000" endA="300" endPos="90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24BCE608-9748-8751-B509-068B5550618D}"/>
              </a:ext>
            </a:extLst>
          </p:cNvPr>
          <p:cNvSpPr/>
          <p:nvPr userDrawn="1"/>
        </p:nvSpPr>
        <p:spPr>
          <a:xfrm>
            <a:off x="11185358" y="276294"/>
            <a:ext cx="452040" cy="373244"/>
          </a:xfrm>
          <a:prstGeom prst="hexagon">
            <a:avLst/>
          </a:prstGeom>
          <a:noFill/>
          <a:ln>
            <a:solidFill>
              <a:srgbClr val="B59859">
                <a:alpha val="9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8CC02E-BEF6-C923-C06D-C6772D3E3E09}"/>
              </a:ext>
            </a:extLst>
          </p:cNvPr>
          <p:cNvSpPr/>
          <p:nvPr userDrawn="1"/>
        </p:nvSpPr>
        <p:spPr>
          <a:xfrm>
            <a:off x="0" y="6639421"/>
            <a:ext cx="12192000" cy="218579"/>
          </a:xfrm>
          <a:prstGeom prst="rect">
            <a:avLst/>
          </a:prstGeom>
          <a:solidFill>
            <a:srgbClr val="C8B182">
              <a:alpha val="43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Copyright © 202</a:t>
            </a:r>
            <a:r>
              <a:rPr lang="pl-PL" sz="800">
                <a:solidFill>
                  <a:schemeClr val="tx1"/>
                </a:solidFill>
              </a:rPr>
              <a:t>6 </a:t>
            </a:r>
            <a:r>
              <a:rPr lang="en-GB" sz="800">
                <a:solidFill>
                  <a:schemeClr val="tx1"/>
                </a:solidFill>
              </a:rPr>
              <a:t>by </a:t>
            </a:r>
            <a:r>
              <a:rPr lang="en-GB" sz="800" b="1">
                <a:solidFill>
                  <a:schemeClr val="tx1"/>
                </a:solidFill>
              </a:rPr>
              <a:t>Adaptive Group</a:t>
            </a:r>
            <a:r>
              <a:rPr lang="en-GB" sz="800">
                <a:solidFill>
                  <a:schemeClr val="tx1"/>
                </a:solidFill>
              </a:rPr>
              <a:t>. All rights reserved.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34D1411-8CBD-DD58-EDCA-B80E1179E90D}"/>
              </a:ext>
            </a:extLst>
          </p:cNvPr>
          <p:cNvCxnSpPr>
            <a:cxnSpLocks/>
          </p:cNvCxnSpPr>
          <p:nvPr userDrawn="1"/>
        </p:nvCxnSpPr>
        <p:spPr>
          <a:xfrm>
            <a:off x="1590458" y="925831"/>
            <a:ext cx="857250" cy="0"/>
          </a:xfrm>
          <a:prstGeom prst="line">
            <a:avLst/>
          </a:prstGeom>
          <a:ln w="57150">
            <a:solidFill>
              <a:srgbClr val="B092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FC199CD-9BF3-B318-4510-A5746E96463E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049926" cy="66394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nline Image Placeholder 40">
            <a:extLst>
              <a:ext uri="{FF2B5EF4-FFF2-40B4-BE49-F238E27FC236}">
                <a16:creationId xmlns:a16="http://schemas.microsoft.com/office/drawing/2014/main" id="{D43FFB71-0CFA-8879-BED3-8610B1288D3A}"/>
              </a:ext>
            </a:extLst>
          </p:cNvPr>
          <p:cNvSpPr>
            <a:spLocks noGrp="1"/>
          </p:cNvSpPr>
          <p:nvPr>
            <p:ph type="clipArt" sz="quarter" idx="29"/>
          </p:nvPr>
        </p:nvSpPr>
        <p:spPr>
          <a:xfrm>
            <a:off x="106246" y="53881"/>
            <a:ext cx="795258" cy="758122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Online Image Placeholder 40">
            <a:extLst>
              <a:ext uri="{FF2B5EF4-FFF2-40B4-BE49-F238E27FC236}">
                <a16:creationId xmlns:a16="http://schemas.microsoft.com/office/drawing/2014/main" id="{7BEAA207-028C-B4E4-7E7D-62ADAABB4011}"/>
              </a:ext>
            </a:extLst>
          </p:cNvPr>
          <p:cNvSpPr>
            <a:spLocks noGrp="1"/>
          </p:cNvSpPr>
          <p:nvPr>
            <p:ph type="clipArt" sz="quarter" idx="30"/>
          </p:nvPr>
        </p:nvSpPr>
        <p:spPr>
          <a:xfrm>
            <a:off x="101761" y="858221"/>
            <a:ext cx="795258" cy="758122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Online Image Placeholder 40">
            <a:extLst>
              <a:ext uri="{FF2B5EF4-FFF2-40B4-BE49-F238E27FC236}">
                <a16:creationId xmlns:a16="http://schemas.microsoft.com/office/drawing/2014/main" id="{5C8AFFB7-02C8-6B82-7EF2-BF3BA7069A8F}"/>
              </a:ext>
            </a:extLst>
          </p:cNvPr>
          <p:cNvSpPr>
            <a:spLocks noGrp="1"/>
          </p:cNvSpPr>
          <p:nvPr>
            <p:ph type="clipArt" sz="quarter" idx="31"/>
          </p:nvPr>
        </p:nvSpPr>
        <p:spPr>
          <a:xfrm>
            <a:off x="101761" y="1667975"/>
            <a:ext cx="795258" cy="758122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Online Image Placeholder 40">
            <a:extLst>
              <a:ext uri="{FF2B5EF4-FFF2-40B4-BE49-F238E27FC236}">
                <a16:creationId xmlns:a16="http://schemas.microsoft.com/office/drawing/2014/main" id="{B91B539B-8902-5CD4-E72E-278B9508BFB4}"/>
              </a:ext>
            </a:extLst>
          </p:cNvPr>
          <p:cNvSpPr>
            <a:spLocks noGrp="1"/>
          </p:cNvSpPr>
          <p:nvPr>
            <p:ph type="clipArt" sz="quarter" idx="32"/>
          </p:nvPr>
        </p:nvSpPr>
        <p:spPr>
          <a:xfrm>
            <a:off x="101761" y="2471176"/>
            <a:ext cx="795258" cy="758122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Online Image Placeholder 40">
            <a:extLst>
              <a:ext uri="{FF2B5EF4-FFF2-40B4-BE49-F238E27FC236}">
                <a16:creationId xmlns:a16="http://schemas.microsoft.com/office/drawing/2014/main" id="{4F9ED0FC-5732-0B25-1AF5-5DB4159A3F12}"/>
              </a:ext>
            </a:extLst>
          </p:cNvPr>
          <p:cNvSpPr>
            <a:spLocks noGrp="1"/>
          </p:cNvSpPr>
          <p:nvPr>
            <p:ph type="clipArt" sz="quarter" idx="33"/>
          </p:nvPr>
        </p:nvSpPr>
        <p:spPr>
          <a:xfrm>
            <a:off x="101761" y="3272688"/>
            <a:ext cx="795258" cy="758122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Online Image Placeholder 40">
            <a:extLst>
              <a:ext uri="{FF2B5EF4-FFF2-40B4-BE49-F238E27FC236}">
                <a16:creationId xmlns:a16="http://schemas.microsoft.com/office/drawing/2014/main" id="{98DC64E5-CE08-9128-072E-C6920B8E7325}"/>
              </a:ext>
            </a:extLst>
          </p:cNvPr>
          <p:cNvSpPr>
            <a:spLocks noGrp="1"/>
          </p:cNvSpPr>
          <p:nvPr>
            <p:ph type="clipArt" sz="quarter" idx="34"/>
          </p:nvPr>
        </p:nvSpPr>
        <p:spPr>
          <a:xfrm>
            <a:off x="101761" y="4074200"/>
            <a:ext cx="795258" cy="758122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Online Image Placeholder 40">
            <a:extLst>
              <a:ext uri="{FF2B5EF4-FFF2-40B4-BE49-F238E27FC236}">
                <a16:creationId xmlns:a16="http://schemas.microsoft.com/office/drawing/2014/main" id="{7D2BF698-C624-4E31-4052-4DEAABFE030E}"/>
              </a:ext>
            </a:extLst>
          </p:cNvPr>
          <p:cNvSpPr>
            <a:spLocks noGrp="1"/>
          </p:cNvSpPr>
          <p:nvPr>
            <p:ph type="clipArt" sz="quarter" idx="35"/>
          </p:nvPr>
        </p:nvSpPr>
        <p:spPr>
          <a:xfrm>
            <a:off x="101761" y="4875712"/>
            <a:ext cx="795258" cy="758122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Online Image Placeholder 40">
            <a:extLst>
              <a:ext uri="{FF2B5EF4-FFF2-40B4-BE49-F238E27FC236}">
                <a16:creationId xmlns:a16="http://schemas.microsoft.com/office/drawing/2014/main" id="{2E2486F6-262B-90F0-6045-AD0EFBD4BE16}"/>
              </a:ext>
            </a:extLst>
          </p:cNvPr>
          <p:cNvSpPr>
            <a:spLocks noGrp="1"/>
          </p:cNvSpPr>
          <p:nvPr>
            <p:ph type="clipArt" sz="quarter" idx="36"/>
          </p:nvPr>
        </p:nvSpPr>
        <p:spPr>
          <a:xfrm>
            <a:off x="101761" y="5683397"/>
            <a:ext cx="795258" cy="758122"/>
          </a:xfrm>
          <a:prstGeom prst="ellipse">
            <a:avLst/>
          </a:prstGeom>
          <a:ln>
            <a:solidFill>
              <a:srgbClr val="B598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BDCC68EF-1C91-790F-D593-F90F5D80D63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1170944" y="6639420"/>
            <a:ext cx="1021056" cy="218579"/>
          </a:xfrm>
          <a:prstGeom prst="rect">
            <a:avLst/>
          </a:prstGeom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35988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3E9603-AD9D-44A0-07CF-B72EDCDE0B4D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 Nova Cond" panose="020B0506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6F3859-E4A5-3AD6-EA88-FBCFF838A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758" y="1"/>
            <a:ext cx="10515600" cy="925830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C2544ACB-0ED8-F4F0-C054-BD52390E849A}"/>
              </a:ext>
            </a:extLst>
          </p:cNvPr>
          <p:cNvSpPr/>
          <p:nvPr userDrawn="1"/>
        </p:nvSpPr>
        <p:spPr>
          <a:xfrm>
            <a:off x="11637398" y="89672"/>
            <a:ext cx="435435" cy="373244"/>
          </a:xfrm>
          <a:prstGeom prst="hexagon">
            <a:avLst/>
          </a:prstGeom>
          <a:noFill/>
          <a:ln>
            <a:solidFill>
              <a:srgbClr val="B59859">
                <a:alpha val="16000"/>
              </a:srgbClr>
            </a:solidFill>
          </a:ln>
          <a:effectLst>
            <a:reflection blurRad="6350" stA="50000" endA="300" endPos="90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24BCE608-9748-8751-B509-068B5550618D}"/>
              </a:ext>
            </a:extLst>
          </p:cNvPr>
          <p:cNvSpPr/>
          <p:nvPr userDrawn="1"/>
        </p:nvSpPr>
        <p:spPr>
          <a:xfrm>
            <a:off x="11185358" y="276294"/>
            <a:ext cx="452040" cy="373244"/>
          </a:xfrm>
          <a:prstGeom prst="hexagon">
            <a:avLst/>
          </a:prstGeom>
          <a:noFill/>
          <a:ln>
            <a:solidFill>
              <a:srgbClr val="B59859">
                <a:alpha val="9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8CC02E-BEF6-C923-C06D-C6772D3E3E09}"/>
              </a:ext>
            </a:extLst>
          </p:cNvPr>
          <p:cNvSpPr/>
          <p:nvPr userDrawn="1"/>
        </p:nvSpPr>
        <p:spPr>
          <a:xfrm>
            <a:off x="0" y="6639421"/>
            <a:ext cx="12192000" cy="218579"/>
          </a:xfrm>
          <a:prstGeom prst="rect">
            <a:avLst/>
          </a:prstGeom>
          <a:solidFill>
            <a:srgbClr val="C8B182">
              <a:alpha val="43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Copyright © 202</a:t>
            </a:r>
            <a:r>
              <a:rPr lang="pl-PL" sz="800">
                <a:solidFill>
                  <a:schemeClr val="tx1"/>
                </a:solidFill>
              </a:rPr>
              <a:t>6 </a:t>
            </a:r>
            <a:r>
              <a:rPr lang="en-GB" sz="800">
                <a:solidFill>
                  <a:schemeClr val="tx1"/>
                </a:solidFill>
              </a:rPr>
              <a:t>by </a:t>
            </a:r>
            <a:r>
              <a:rPr lang="en-GB" sz="800" b="1">
                <a:solidFill>
                  <a:schemeClr val="tx1"/>
                </a:solidFill>
              </a:rPr>
              <a:t>Adaptive Group</a:t>
            </a:r>
            <a:r>
              <a:rPr lang="en-GB" sz="800">
                <a:solidFill>
                  <a:schemeClr val="tx1"/>
                </a:solidFill>
              </a:rPr>
              <a:t>. All rights reserved.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534743-7EB1-906D-5BCF-2CDE2BD62CA3}"/>
              </a:ext>
            </a:extLst>
          </p:cNvPr>
          <p:cNvCxnSpPr>
            <a:cxnSpLocks/>
          </p:cNvCxnSpPr>
          <p:nvPr userDrawn="1"/>
        </p:nvCxnSpPr>
        <p:spPr>
          <a:xfrm>
            <a:off x="771742" y="925831"/>
            <a:ext cx="857250" cy="0"/>
          </a:xfrm>
          <a:prstGeom prst="line">
            <a:avLst/>
          </a:prstGeom>
          <a:ln w="57150">
            <a:solidFill>
              <a:srgbClr val="B092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13312983-C6AC-1122-C222-79E34B1E2164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1170944" y="6639420"/>
            <a:ext cx="1021056" cy="218579"/>
          </a:xfrm>
          <a:prstGeom prst="rect">
            <a:avLst/>
          </a:prstGeom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936022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6979AE-893A-479F-4579-53C8CFAC34E5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 Nova Cond" panose="020B0506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29B7AD-9058-F64A-D648-BEFCDA0A88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5639" y="2766219"/>
            <a:ext cx="8800721" cy="1325563"/>
          </a:xfrm>
          <a:prstGeom prst="rect">
            <a:avLst/>
          </a:prstGeom>
        </p:spPr>
        <p:txBody>
          <a:bodyPr anchor="ctr"/>
          <a:lstStyle>
            <a:lvl1pPr>
              <a:defRPr b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en-US" noProof="0"/>
              <a:t>Section Title</a:t>
            </a:r>
            <a:r>
              <a:rPr lang="pl-PL" noProof="0"/>
              <a:t> (</a:t>
            </a:r>
            <a:r>
              <a:rPr lang="pl-PL" noProof="0" err="1"/>
              <a:t>optional</a:t>
            </a:r>
            <a:r>
              <a:rPr lang="pl-PL" noProof="0"/>
              <a:t>)</a:t>
            </a:r>
            <a:endParaRPr lang="en-US" noProof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1C240C-E4CE-B523-98B5-F8A23E91ABDC}"/>
              </a:ext>
            </a:extLst>
          </p:cNvPr>
          <p:cNvCxnSpPr>
            <a:cxnSpLocks/>
          </p:cNvCxnSpPr>
          <p:nvPr userDrawn="1"/>
        </p:nvCxnSpPr>
        <p:spPr>
          <a:xfrm>
            <a:off x="1820544" y="4091782"/>
            <a:ext cx="857250" cy="0"/>
          </a:xfrm>
          <a:prstGeom prst="line">
            <a:avLst/>
          </a:prstGeom>
          <a:ln w="57150">
            <a:solidFill>
              <a:srgbClr val="B092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Hexagon 5">
            <a:extLst>
              <a:ext uri="{FF2B5EF4-FFF2-40B4-BE49-F238E27FC236}">
                <a16:creationId xmlns:a16="http://schemas.microsoft.com/office/drawing/2014/main" id="{E0A6B37F-B1E1-3933-78D7-C58ABEBFAD70}"/>
              </a:ext>
            </a:extLst>
          </p:cNvPr>
          <p:cNvSpPr/>
          <p:nvPr userDrawn="1"/>
        </p:nvSpPr>
        <p:spPr>
          <a:xfrm>
            <a:off x="10650101" y="6542730"/>
            <a:ext cx="688109" cy="621532"/>
          </a:xfrm>
          <a:prstGeom prst="hexagon">
            <a:avLst/>
          </a:prstGeom>
          <a:noFill/>
          <a:ln>
            <a:solidFill>
              <a:srgbClr val="F5F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BDAA3D69-BD06-2BA2-7F4B-7125BDECFF8A}"/>
              </a:ext>
            </a:extLst>
          </p:cNvPr>
          <p:cNvSpPr/>
          <p:nvPr userDrawn="1"/>
        </p:nvSpPr>
        <p:spPr>
          <a:xfrm>
            <a:off x="11253989" y="6019642"/>
            <a:ext cx="1164938" cy="1046176"/>
          </a:xfrm>
          <a:prstGeom prst="hexagon">
            <a:avLst/>
          </a:prstGeom>
          <a:noFill/>
          <a:ln>
            <a:solidFill>
              <a:srgbClr val="F5F2EA"/>
            </a:solidFill>
          </a:ln>
          <a:effectLst>
            <a:reflection endPos="65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949859-D27C-B519-F49D-D9C8E5354A04}"/>
              </a:ext>
            </a:extLst>
          </p:cNvPr>
          <p:cNvSpPr/>
          <p:nvPr userDrawn="1"/>
        </p:nvSpPr>
        <p:spPr>
          <a:xfrm>
            <a:off x="0" y="6639421"/>
            <a:ext cx="12192000" cy="218579"/>
          </a:xfrm>
          <a:prstGeom prst="rect">
            <a:avLst/>
          </a:prstGeom>
          <a:solidFill>
            <a:srgbClr val="C8B182">
              <a:alpha val="43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Copyright © 202</a:t>
            </a:r>
            <a:r>
              <a:rPr lang="pl-PL" sz="800">
                <a:solidFill>
                  <a:schemeClr val="tx1"/>
                </a:solidFill>
              </a:rPr>
              <a:t>6 </a:t>
            </a:r>
            <a:r>
              <a:rPr lang="en-GB" sz="800">
                <a:solidFill>
                  <a:schemeClr val="tx1"/>
                </a:solidFill>
              </a:rPr>
              <a:t>by </a:t>
            </a:r>
            <a:r>
              <a:rPr lang="en-GB" sz="800" b="1">
                <a:solidFill>
                  <a:schemeClr val="tx1"/>
                </a:solidFill>
              </a:rPr>
              <a:t>Adaptive Group</a:t>
            </a:r>
            <a:r>
              <a:rPr lang="en-GB" sz="800">
                <a:solidFill>
                  <a:schemeClr val="tx1"/>
                </a:solidFill>
              </a:rPr>
              <a:t>. All rights reserved.</a:t>
            </a:r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881B3629-D2FC-5FEC-78F5-E49AC50E6C5D}"/>
              </a:ext>
            </a:extLst>
          </p:cNvPr>
          <p:cNvSpPr/>
          <p:nvPr userDrawn="1"/>
        </p:nvSpPr>
        <p:spPr>
          <a:xfrm>
            <a:off x="11637398" y="89672"/>
            <a:ext cx="435435" cy="373244"/>
          </a:xfrm>
          <a:prstGeom prst="hexagon">
            <a:avLst/>
          </a:prstGeom>
          <a:noFill/>
          <a:ln>
            <a:solidFill>
              <a:srgbClr val="B59859">
                <a:alpha val="16000"/>
              </a:srgbClr>
            </a:solidFill>
          </a:ln>
          <a:effectLst>
            <a:reflection blurRad="6350" stA="50000" endA="300" endPos="90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BA43FAD6-A0F7-7F97-7DAC-40DC99200CA5}"/>
              </a:ext>
            </a:extLst>
          </p:cNvPr>
          <p:cNvSpPr/>
          <p:nvPr userDrawn="1"/>
        </p:nvSpPr>
        <p:spPr>
          <a:xfrm>
            <a:off x="11185358" y="276294"/>
            <a:ext cx="452040" cy="373244"/>
          </a:xfrm>
          <a:prstGeom prst="hexagon">
            <a:avLst/>
          </a:prstGeom>
          <a:noFill/>
          <a:ln>
            <a:solidFill>
              <a:srgbClr val="B59859">
                <a:alpha val="9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E92979C6-7097-0521-6F85-290F879F082D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1170944" y="6639420"/>
            <a:ext cx="1021056" cy="218579"/>
          </a:xfrm>
          <a:prstGeom prst="rect">
            <a:avLst/>
          </a:prstGeom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152547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9E3EF2E-6D4F-7CDB-C6E5-203021469F4E}"/>
              </a:ext>
            </a:extLst>
          </p:cNvPr>
          <p:cNvSpPr/>
          <p:nvPr userDrawn="1"/>
        </p:nvSpPr>
        <p:spPr>
          <a:xfrm>
            <a:off x="0" y="-4503"/>
            <a:ext cx="12192000" cy="685799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 Nova Cond" panose="020B050602020202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4DE13B-86B1-01CD-C9EA-649E7A25AF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87675" y="2811463"/>
            <a:ext cx="6216650" cy="1235075"/>
          </a:xfrm>
          <a:prstGeom prst="rect">
            <a:avLst/>
          </a:prstGeom>
        </p:spPr>
        <p:txBody>
          <a:bodyPr/>
          <a:lstStyle>
            <a:lvl1pPr>
              <a:defRPr sz="7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Questions?</a:t>
            </a:r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12F5F1A5-8745-FC2D-A155-A058946F6529}"/>
              </a:ext>
            </a:extLst>
          </p:cNvPr>
          <p:cNvSpPr/>
          <p:nvPr userDrawn="1"/>
        </p:nvSpPr>
        <p:spPr>
          <a:xfrm>
            <a:off x="11642296" y="8060637"/>
            <a:ext cx="1164938" cy="1046176"/>
          </a:xfrm>
          <a:prstGeom prst="hexagon">
            <a:avLst/>
          </a:prstGeom>
          <a:noFill/>
          <a:ln>
            <a:solidFill>
              <a:srgbClr val="F5F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Hexagon 11">
            <a:extLst>
              <a:ext uri="{FF2B5EF4-FFF2-40B4-BE49-F238E27FC236}">
                <a16:creationId xmlns:a16="http://schemas.microsoft.com/office/drawing/2014/main" id="{545F4405-4BDB-48CB-D340-56500093EB6A}"/>
              </a:ext>
            </a:extLst>
          </p:cNvPr>
          <p:cNvSpPr/>
          <p:nvPr userDrawn="1"/>
        </p:nvSpPr>
        <p:spPr>
          <a:xfrm>
            <a:off x="10650101" y="6542730"/>
            <a:ext cx="688109" cy="621532"/>
          </a:xfrm>
          <a:prstGeom prst="hexagon">
            <a:avLst/>
          </a:prstGeom>
          <a:noFill/>
          <a:ln>
            <a:solidFill>
              <a:srgbClr val="F5F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 descr="Two speech bubbles">
            <a:extLst>
              <a:ext uri="{FF2B5EF4-FFF2-40B4-BE49-F238E27FC236}">
                <a16:creationId xmlns:a16="http://schemas.microsoft.com/office/drawing/2014/main" id="{CCAF8D96-15FB-E0EF-20CB-753D68A840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34319" y="-306263"/>
            <a:ext cx="4757681" cy="4757681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83E566B-7BF5-EC30-624F-632EE0D5D32D}"/>
              </a:ext>
            </a:extLst>
          </p:cNvPr>
          <p:cNvCxnSpPr>
            <a:cxnSpLocks/>
          </p:cNvCxnSpPr>
          <p:nvPr userDrawn="1"/>
        </p:nvCxnSpPr>
        <p:spPr>
          <a:xfrm>
            <a:off x="4119559" y="4046538"/>
            <a:ext cx="857250" cy="0"/>
          </a:xfrm>
          <a:prstGeom prst="line">
            <a:avLst/>
          </a:prstGeom>
          <a:ln w="57150">
            <a:solidFill>
              <a:srgbClr val="B092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Hexagon 14">
            <a:extLst>
              <a:ext uri="{FF2B5EF4-FFF2-40B4-BE49-F238E27FC236}">
                <a16:creationId xmlns:a16="http://schemas.microsoft.com/office/drawing/2014/main" id="{D60192B6-36B7-706C-A427-A834EDBF8426}"/>
              </a:ext>
            </a:extLst>
          </p:cNvPr>
          <p:cNvSpPr/>
          <p:nvPr userDrawn="1"/>
        </p:nvSpPr>
        <p:spPr>
          <a:xfrm>
            <a:off x="11253989" y="6019642"/>
            <a:ext cx="1164938" cy="1046176"/>
          </a:xfrm>
          <a:prstGeom prst="hexagon">
            <a:avLst/>
          </a:prstGeom>
          <a:noFill/>
          <a:ln>
            <a:solidFill>
              <a:srgbClr val="F5F2EA"/>
            </a:solidFill>
          </a:ln>
          <a:effectLst>
            <a:reflection endPos="65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B56040-3E52-7D35-CB56-D2E66B60C573}"/>
              </a:ext>
            </a:extLst>
          </p:cNvPr>
          <p:cNvSpPr/>
          <p:nvPr userDrawn="1"/>
        </p:nvSpPr>
        <p:spPr>
          <a:xfrm>
            <a:off x="0" y="6639421"/>
            <a:ext cx="12192000" cy="218579"/>
          </a:xfrm>
          <a:prstGeom prst="rect">
            <a:avLst/>
          </a:prstGeom>
          <a:solidFill>
            <a:srgbClr val="C8B182">
              <a:alpha val="43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Copyright © 202</a:t>
            </a:r>
            <a:r>
              <a:rPr lang="pl-PL" sz="800">
                <a:solidFill>
                  <a:schemeClr val="tx1"/>
                </a:solidFill>
              </a:rPr>
              <a:t>6 </a:t>
            </a:r>
            <a:r>
              <a:rPr lang="en-GB" sz="800">
                <a:solidFill>
                  <a:schemeClr val="tx1"/>
                </a:solidFill>
              </a:rPr>
              <a:t>by </a:t>
            </a:r>
            <a:r>
              <a:rPr lang="en-GB" sz="800" b="1">
                <a:solidFill>
                  <a:schemeClr val="tx1"/>
                </a:solidFill>
              </a:rPr>
              <a:t>Adaptive Group</a:t>
            </a:r>
            <a:r>
              <a:rPr lang="en-GB" sz="800">
                <a:solidFill>
                  <a:schemeClr val="tx1"/>
                </a:solidFill>
              </a:rPr>
              <a:t>. All rights reserved.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DC7648D6-DA25-DE72-C527-01B109EDAB65}"/>
              </a:ext>
            </a:extLst>
          </p:cNvPr>
          <p:cNvSpPr/>
          <p:nvPr userDrawn="1"/>
        </p:nvSpPr>
        <p:spPr>
          <a:xfrm>
            <a:off x="11637398" y="89672"/>
            <a:ext cx="435435" cy="373244"/>
          </a:xfrm>
          <a:prstGeom prst="hexagon">
            <a:avLst/>
          </a:prstGeom>
          <a:noFill/>
          <a:ln>
            <a:solidFill>
              <a:srgbClr val="B59859">
                <a:alpha val="16000"/>
              </a:srgbClr>
            </a:solidFill>
          </a:ln>
          <a:effectLst>
            <a:reflection blurRad="6350" stA="50000" endA="300" endPos="90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88820050-ABD8-71D2-8120-14E7210145DB}"/>
              </a:ext>
            </a:extLst>
          </p:cNvPr>
          <p:cNvSpPr/>
          <p:nvPr userDrawn="1"/>
        </p:nvSpPr>
        <p:spPr>
          <a:xfrm>
            <a:off x="11185358" y="276294"/>
            <a:ext cx="452040" cy="373244"/>
          </a:xfrm>
          <a:prstGeom prst="hexagon">
            <a:avLst/>
          </a:prstGeom>
          <a:noFill/>
          <a:ln>
            <a:solidFill>
              <a:srgbClr val="B59859">
                <a:alpha val="9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78025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_2Train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7A12CB7-F1AA-BE40-DB99-28C2569A5520}"/>
              </a:ext>
            </a:extLst>
          </p:cNvPr>
          <p:cNvSpPr/>
          <p:nvPr userDrawn="1"/>
        </p:nvSpPr>
        <p:spPr>
          <a:xfrm>
            <a:off x="0" y="0"/>
            <a:ext cx="12192000" cy="38760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84998CC0-5642-D602-C1D2-381DF11D0AC6}"/>
              </a:ext>
            </a:extLst>
          </p:cNvPr>
          <p:cNvSpPr/>
          <p:nvPr userDrawn="1"/>
        </p:nvSpPr>
        <p:spPr>
          <a:xfrm rot="10800000">
            <a:off x="187099" y="71095"/>
            <a:ext cx="877027" cy="691840"/>
          </a:xfrm>
          <a:prstGeom prst="hexagon">
            <a:avLst/>
          </a:prstGeom>
          <a:noFill/>
          <a:ln>
            <a:solidFill>
              <a:srgbClr val="B59859">
                <a:alpha val="34000"/>
              </a:srgbClr>
            </a:solidFill>
          </a:ln>
          <a:effectLst/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D41F9C94-E1C0-430C-5B9E-C1955E6A88B3}"/>
              </a:ext>
            </a:extLst>
          </p:cNvPr>
          <p:cNvSpPr/>
          <p:nvPr userDrawn="1"/>
        </p:nvSpPr>
        <p:spPr>
          <a:xfrm rot="10800000">
            <a:off x="982390" y="499349"/>
            <a:ext cx="877027" cy="691840"/>
          </a:xfrm>
          <a:prstGeom prst="hexagon">
            <a:avLst/>
          </a:prstGeom>
          <a:noFill/>
          <a:ln>
            <a:solidFill>
              <a:srgbClr val="B59859">
                <a:alpha val="34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363EA8FD-B211-7438-7243-5C4D09EA0BF1}"/>
              </a:ext>
            </a:extLst>
          </p:cNvPr>
          <p:cNvSpPr/>
          <p:nvPr userDrawn="1"/>
        </p:nvSpPr>
        <p:spPr>
          <a:xfrm rot="10800000">
            <a:off x="1856338" y="927604"/>
            <a:ext cx="877027" cy="691840"/>
          </a:xfrm>
          <a:prstGeom prst="hexagon">
            <a:avLst/>
          </a:prstGeom>
          <a:solidFill>
            <a:srgbClr val="B59859">
              <a:alpha val="0"/>
            </a:srgbClr>
          </a:solidFill>
          <a:ln>
            <a:solidFill>
              <a:srgbClr val="B59859">
                <a:alpha val="8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 Placeholder 22">
            <a:extLst>
              <a:ext uri="{FF2B5EF4-FFF2-40B4-BE49-F238E27FC236}">
                <a16:creationId xmlns:a16="http://schemas.microsoft.com/office/drawing/2014/main" id="{095DA8B5-3095-A372-6107-7CDD831177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4925" y="1938020"/>
            <a:ext cx="4502150" cy="860598"/>
          </a:xfrm>
          <a:prstGeom prst="rect">
            <a:avLst/>
          </a:prstGeom>
        </p:spPr>
        <p:txBody>
          <a:bodyPr/>
          <a:lstStyle>
            <a:lvl1pPr algn="ctr">
              <a:buNone/>
              <a:defRPr sz="6600" i="0">
                <a:solidFill>
                  <a:srgbClr val="B59859"/>
                </a:solidFill>
                <a:latin typeface="Arial Nova Cond" panose="020B0506020202020204" pitchFamily="34" charset="0"/>
              </a:defRPr>
            </a:lvl1pPr>
          </a:lstStyle>
          <a:p>
            <a:pPr lvl="0"/>
            <a:r>
              <a:rPr lang="pl-PL"/>
              <a:t>THANK YOU! </a:t>
            </a:r>
            <a:endParaRPr lang="en-US"/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729DF9BE-1D5E-4157-4844-88BE0C5BB995}"/>
              </a:ext>
            </a:extLst>
          </p:cNvPr>
          <p:cNvSpPr/>
          <p:nvPr userDrawn="1"/>
        </p:nvSpPr>
        <p:spPr>
          <a:xfrm>
            <a:off x="6332490" y="4820426"/>
            <a:ext cx="864353" cy="874608"/>
          </a:xfrm>
          <a:custGeom>
            <a:avLst/>
            <a:gdLst/>
            <a:ahLst/>
            <a:cxnLst/>
            <a:rect l="l" t="t" r="r" b="b"/>
            <a:pathLst>
              <a:path w="1484683" h="1484683">
                <a:moveTo>
                  <a:pt x="0" y="0"/>
                </a:moveTo>
                <a:lnTo>
                  <a:pt x="1484683" y="0"/>
                </a:lnTo>
                <a:lnTo>
                  <a:pt x="1484683" y="1484683"/>
                </a:lnTo>
                <a:lnTo>
                  <a:pt x="0" y="14846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l-PL" sz="1200"/>
          </a:p>
        </p:txBody>
      </p:sp>
      <p:sp>
        <p:nvSpPr>
          <p:cNvPr id="7" name="Picture Placeholder 26">
            <a:extLst>
              <a:ext uri="{FF2B5EF4-FFF2-40B4-BE49-F238E27FC236}">
                <a16:creationId xmlns:a16="http://schemas.microsoft.com/office/drawing/2014/main" id="{DFA27D0F-F29F-C985-0C8F-F6477E9AA4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785176" y="3991566"/>
            <a:ext cx="1553440" cy="147152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  <a:effectLst>
            <a:outerShdw blurRad="254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9FB1DE2-54BB-5BE2-0040-C27ACC3E6310}"/>
              </a:ext>
            </a:extLst>
          </p:cNvPr>
          <p:cNvSpPr/>
          <p:nvPr userDrawn="1"/>
        </p:nvSpPr>
        <p:spPr>
          <a:xfrm rot="-6763733">
            <a:off x="7646690" y="4318159"/>
            <a:ext cx="653746" cy="1410376"/>
          </a:xfrm>
          <a:custGeom>
            <a:avLst/>
            <a:gdLst/>
            <a:ahLst/>
            <a:cxnLst/>
            <a:rect l="l" t="t" r="r" b="b"/>
            <a:pathLst>
              <a:path w="1819825" h="3439531">
                <a:moveTo>
                  <a:pt x="0" y="0"/>
                </a:moveTo>
                <a:lnTo>
                  <a:pt x="1819824" y="0"/>
                </a:lnTo>
                <a:lnTo>
                  <a:pt x="1819824" y="3439531"/>
                </a:lnTo>
                <a:lnTo>
                  <a:pt x="0" y="34395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l-PL" sz="120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3C28530B-B9F2-0035-7084-5C2691CF8C35}"/>
              </a:ext>
            </a:extLst>
          </p:cNvPr>
          <p:cNvSpPr/>
          <p:nvPr userDrawn="1"/>
        </p:nvSpPr>
        <p:spPr>
          <a:xfrm>
            <a:off x="11421704" y="3876040"/>
            <a:ext cx="435435" cy="373244"/>
          </a:xfrm>
          <a:prstGeom prst="hexagon">
            <a:avLst/>
          </a:prstGeom>
          <a:noFill/>
          <a:ln>
            <a:solidFill>
              <a:srgbClr val="B59859">
                <a:alpha val="34000"/>
              </a:srgbClr>
            </a:solidFill>
          </a:ln>
          <a:effectLst>
            <a:reflection blurRad="6350" stA="50000" endA="300" endPos="90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5AA0E7ED-9F63-DA93-7768-32E54ED2B39B}"/>
              </a:ext>
            </a:extLst>
          </p:cNvPr>
          <p:cNvSpPr/>
          <p:nvPr userDrawn="1"/>
        </p:nvSpPr>
        <p:spPr>
          <a:xfrm rot="10800000">
            <a:off x="11892032" y="4249284"/>
            <a:ext cx="379491" cy="298360"/>
          </a:xfrm>
          <a:prstGeom prst="hexagon">
            <a:avLst/>
          </a:prstGeom>
          <a:noFill/>
          <a:ln>
            <a:solidFill>
              <a:srgbClr val="B59859">
                <a:alpha val="9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8DFA9B-E3AC-0695-0207-612D41DE41B4}"/>
              </a:ext>
            </a:extLst>
          </p:cNvPr>
          <p:cNvSpPr/>
          <p:nvPr userDrawn="1"/>
        </p:nvSpPr>
        <p:spPr>
          <a:xfrm>
            <a:off x="0" y="6639421"/>
            <a:ext cx="12192000" cy="218579"/>
          </a:xfrm>
          <a:prstGeom prst="rect">
            <a:avLst/>
          </a:prstGeom>
          <a:solidFill>
            <a:srgbClr val="C8B182">
              <a:alpha val="43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Copyright © 202</a:t>
            </a:r>
            <a:r>
              <a:rPr lang="pl-PL" sz="800">
                <a:solidFill>
                  <a:schemeClr val="tx1"/>
                </a:solidFill>
              </a:rPr>
              <a:t>6 </a:t>
            </a:r>
            <a:r>
              <a:rPr lang="en-GB" sz="800">
                <a:solidFill>
                  <a:schemeClr val="tx1"/>
                </a:solidFill>
              </a:rPr>
              <a:t>by </a:t>
            </a:r>
            <a:r>
              <a:rPr lang="en-GB" sz="800" b="1">
                <a:solidFill>
                  <a:schemeClr val="tx1"/>
                </a:solidFill>
              </a:rPr>
              <a:t>Adaptive Group</a:t>
            </a:r>
            <a:r>
              <a:rPr lang="en-GB" sz="800">
                <a:solidFill>
                  <a:schemeClr val="tx1"/>
                </a:solidFill>
              </a:rPr>
              <a:t>. All rights reserved.</a:t>
            </a:r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A2DFE6DF-DAB0-5EFF-A51C-055B3648009D}"/>
              </a:ext>
            </a:extLst>
          </p:cNvPr>
          <p:cNvSpPr/>
          <p:nvPr userDrawn="1"/>
        </p:nvSpPr>
        <p:spPr>
          <a:xfrm>
            <a:off x="187099" y="4093980"/>
            <a:ext cx="989789" cy="989789"/>
          </a:xfrm>
          <a:custGeom>
            <a:avLst/>
            <a:gdLst/>
            <a:ahLst/>
            <a:cxnLst/>
            <a:rect l="l" t="t" r="r" b="b"/>
            <a:pathLst>
              <a:path w="1484683" h="1484683">
                <a:moveTo>
                  <a:pt x="0" y="0"/>
                </a:moveTo>
                <a:lnTo>
                  <a:pt x="1484683" y="0"/>
                </a:lnTo>
                <a:lnTo>
                  <a:pt x="1484683" y="1484683"/>
                </a:lnTo>
                <a:lnTo>
                  <a:pt x="0" y="14846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l-PL" sz="1200"/>
          </a:p>
        </p:txBody>
      </p:sp>
      <p:sp>
        <p:nvSpPr>
          <p:cNvPr id="16" name="Text Placeholder 22">
            <a:extLst>
              <a:ext uri="{FF2B5EF4-FFF2-40B4-BE49-F238E27FC236}">
                <a16:creationId xmlns:a16="http://schemas.microsoft.com/office/drawing/2014/main" id="{BA5B11B0-5AD7-4798-D892-94F33EAE74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57362" y="4353429"/>
            <a:ext cx="4502150" cy="470889"/>
          </a:xfrm>
          <a:prstGeom prst="rect">
            <a:avLst/>
          </a:prstGeom>
        </p:spPr>
        <p:txBody>
          <a:bodyPr/>
          <a:lstStyle>
            <a:lvl1pPr algn="l">
              <a:buNone/>
              <a:defRPr sz="2800" i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pPr lvl="0"/>
            <a:r>
              <a:rPr lang="pl-PL"/>
              <a:t>e-mail </a:t>
            </a:r>
            <a:r>
              <a:rPr lang="pl-PL" err="1"/>
              <a:t>address</a:t>
            </a:r>
            <a:endParaRPr lang="en-US"/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5F040A6C-5678-5C99-09AE-7D67298CA6B4}"/>
              </a:ext>
            </a:extLst>
          </p:cNvPr>
          <p:cNvSpPr/>
          <p:nvPr userDrawn="1"/>
        </p:nvSpPr>
        <p:spPr>
          <a:xfrm>
            <a:off x="187099" y="5319166"/>
            <a:ext cx="989789" cy="989789"/>
          </a:xfrm>
          <a:custGeom>
            <a:avLst/>
            <a:gdLst/>
            <a:ahLst/>
            <a:cxnLst/>
            <a:rect l="l" t="t" r="r" b="b"/>
            <a:pathLst>
              <a:path w="1484683" h="1484683">
                <a:moveTo>
                  <a:pt x="0" y="0"/>
                </a:moveTo>
                <a:lnTo>
                  <a:pt x="1484683" y="0"/>
                </a:lnTo>
                <a:lnTo>
                  <a:pt x="1484683" y="1484683"/>
                </a:lnTo>
                <a:lnTo>
                  <a:pt x="0" y="14846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l-PL" sz="1200"/>
          </a:p>
        </p:txBody>
      </p:sp>
      <p:sp>
        <p:nvSpPr>
          <p:cNvPr id="22" name="Text Placeholder 22">
            <a:extLst>
              <a:ext uri="{FF2B5EF4-FFF2-40B4-BE49-F238E27FC236}">
                <a16:creationId xmlns:a16="http://schemas.microsoft.com/office/drawing/2014/main" id="{053DF7DD-7B34-0BC1-2558-BB1EE4BA37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57362" y="5578615"/>
            <a:ext cx="4502150" cy="470889"/>
          </a:xfrm>
          <a:prstGeom prst="rect">
            <a:avLst/>
          </a:prstGeom>
        </p:spPr>
        <p:txBody>
          <a:bodyPr/>
          <a:lstStyle>
            <a:lvl1pPr algn="l">
              <a:buNone/>
              <a:defRPr sz="2800" i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pPr lvl="0"/>
            <a:r>
              <a:rPr lang="pl-PL"/>
              <a:t>e-mail </a:t>
            </a:r>
            <a:r>
              <a:rPr lang="pl-PL" err="1"/>
              <a:t>address</a:t>
            </a:r>
            <a:endParaRPr lang="en-US"/>
          </a:p>
        </p:txBody>
      </p:sp>
      <p:sp>
        <p:nvSpPr>
          <p:cNvPr id="23" name="Picture Placeholder 26">
            <a:extLst>
              <a:ext uri="{FF2B5EF4-FFF2-40B4-BE49-F238E27FC236}">
                <a16:creationId xmlns:a16="http://schemas.microsoft.com/office/drawing/2014/main" id="{C1E3C1FF-1806-243F-FA66-A9E99F9B5C0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528337" y="4000654"/>
            <a:ext cx="1553440" cy="147152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  <a:effectLst>
            <a:outerShdw blurRad="254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AFE33BF-75F7-01C5-435E-4253F4FC23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85176" y="5575755"/>
            <a:ext cx="1553440" cy="217800"/>
          </a:xfrm>
          <a:prstGeom prst="rect">
            <a:avLst/>
          </a:prstGeom>
          <a:effectLst/>
        </p:spPr>
        <p:txBody>
          <a:bodyPr anchor="b">
            <a:noAutofit/>
          </a:bodyPr>
          <a:lstStyle>
            <a:lvl1pPr algn="ctr">
              <a:buNone/>
              <a:defRPr lang="en-US" sz="1400" b="1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en-US" noProof="0"/>
              <a:t>Trainer Name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47BE9BD4-8218-943F-EC03-9E938328005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528337" y="5570516"/>
            <a:ext cx="1553440" cy="217800"/>
          </a:xfrm>
          <a:prstGeom prst="rect">
            <a:avLst/>
          </a:prstGeom>
          <a:effectLst/>
        </p:spPr>
        <p:txBody>
          <a:bodyPr anchor="b">
            <a:noAutofit/>
          </a:bodyPr>
          <a:lstStyle>
            <a:lvl1pPr algn="ctr">
              <a:buNone/>
              <a:defRPr lang="en-US" sz="1400" b="1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  <a:ea typeface="+mn-ea"/>
                <a:cs typeface="Arial"/>
              </a:defRPr>
            </a:lvl1pPr>
          </a:lstStyle>
          <a:p>
            <a:pPr lvl="0"/>
            <a:r>
              <a:rPr lang="en-US" noProof="0"/>
              <a:t>Trainer Name</a:t>
            </a:r>
          </a:p>
        </p:txBody>
      </p:sp>
    </p:spTree>
    <p:extLst>
      <p:ext uri="{BB962C8B-B14F-4D97-AF65-F5344CB8AC3E}">
        <p14:creationId xmlns:p14="http://schemas.microsoft.com/office/powerpoint/2010/main" val="30094370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7A12CB7-F1AA-BE40-DB99-28C2569A5520}"/>
              </a:ext>
            </a:extLst>
          </p:cNvPr>
          <p:cNvSpPr/>
          <p:nvPr userDrawn="1"/>
        </p:nvSpPr>
        <p:spPr>
          <a:xfrm>
            <a:off x="0" y="-1"/>
            <a:ext cx="12192000" cy="45476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84998CC0-5642-D602-C1D2-381DF11D0AC6}"/>
              </a:ext>
            </a:extLst>
          </p:cNvPr>
          <p:cNvSpPr/>
          <p:nvPr userDrawn="1"/>
        </p:nvSpPr>
        <p:spPr>
          <a:xfrm rot="10800000">
            <a:off x="187099" y="71095"/>
            <a:ext cx="877027" cy="691840"/>
          </a:xfrm>
          <a:prstGeom prst="hexagon">
            <a:avLst/>
          </a:prstGeom>
          <a:noFill/>
          <a:ln>
            <a:solidFill>
              <a:srgbClr val="B59859">
                <a:alpha val="34000"/>
              </a:srgbClr>
            </a:solidFill>
          </a:ln>
          <a:effectLst/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D41F9C94-E1C0-430C-5B9E-C1955E6A88B3}"/>
              </a:ext>
            </a:extLst>
          </p:cNvPr>
          <p:cNvSpPr/>
          <p:nvPr userDrawn="1"/>
        </p:nvSpPr>
        <p:spPr>
          <a:xfrm rot="10800000">
            <a:off x="982390" y="499349"/>
            <a:ext cx="877027" cy="691840"/>
          </a:xfrm>
          <a:prstGeom prst="hexagon">
            <a:avLst/>
          </a:prstGeom>
          <a:noFill/>
          <a:ln>
            <a:solidFill>
              <a:srgbClr val="B59859">
                <a:alpha val="34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363EA8FD-B211-7438-7243-5C4D09EA0BF1}"/>
              </a:ext>
            </a:extLst>
          </p:cNvPr>
          <p:cNvSpPr/>
          <p:nvPr userDrawn="1"/>
        </p:nvSpPr>
        <p:spPr>
          <a:xfrm rot="10800000">
            <a:off x="1856338" y="927604"/>
            <a:ext cx="877027" cy="691840"/>
          </a:xfrm>
          <a:prstGeom prst="hexagon">
            <a:avLst/>
          </a:prstGeom>
          <a:solidFill>
            <a:srgbClr val="B59859">
              <a:alpha val="0"/>
            </a:srgbClr>
          </a:solidFill>
          <a:ln>
            <a:solidFill>
              <a:srgbClr val="B59859">
                <a:alpha val="8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 Placeholder 22">
            <a:extLst>
              <a:ext uri="{FF2B5EF4-FFF2-40B4-BE49-F238E27FC236}">
                <a16:creationId xmlns:a16="http://schemas.microsoft.com/office/drawing/2014/main" id="{095DA8B5-3095-A372-6107-7CDD831177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4925" y="2182903"/>
            <a:ext cx="4502150" cy="470889"/>
          </a:xfrm>
          <a:prstGeom prst="rect">
            <a:avLst/>
          </a:prstGeom>
        </p:spPr>
        <p:txBody>
          <a:bodyPr/>
          <a:lstStyle>
            <a:lvl1pPr algn="ctr">
              <a:buNone/>
              <a:defRPr sz="6600" i="0">
                <a:solidFill>
                  <a:srgbClr val="B59859"/>
                </a:solidFill>
                <a:latin typeface="Arial Nova Cond" panose="020B0506020202020204" pitchFamily="34" charset="0"/>
              </a:defRPr>
            </a:lvl1pPr>
          </a:lstStyle>
          <a:p>
            <a:pPr lvl="0"/>
            <a:r>
              <a:rPr lang="pl-PL"/>
              <a:t>THANK YOU! </a:t>
            </a:r>
            <a:endParaRPr lang="en-US"/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729DF9BE-1D5E-4157-4844-88BE0C5BB995}"/>
              </a:ext>
            </a:extLst>
          </p:cNvPr>
          <p:cNvSpPr/>
          <p:nvPr userDrawn="1"/>
        </p:nvSpPr>
        <p:spPr>
          <a:xfrm>
            <a:off x="6925198" y="5335173"/>
            <a:ext cx="864353" cy="874608"/>
          </a:xfrm>
          <a:custGeom>
            <a:avLst/>
            <a:gdLst/>
            <a:ahLst/>
            <a:cxnLst/>
            <a:rect l="l" t="t" r="r" b="b"/>
            <a:pathLst>
              <a:path w="1484683" h="1484683">
                <a:moveTo>
                  <a:pt x="0" y="0"/>
                </a:moveTo>
                <a:lnTo>
                  <a:pt x="1484683" y="0"/>
                </a:lnTo>
                <a:lnTo>
                  <a:pt x="1484683" y="1484683"/>
                </a:lnTo>
                <a:lnTo>
                  <a:pt x="0" y="14846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l-PL" sz="1200"/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0135CB89-98E8-0E4F-2B07-7E30F146DE76}"/>
              </a:ext>
            </a:extLst>
          </p:cNvPr>
          <p:cNvSpPr/>
          <p:nvPr userDrawn="1"/>
        </p:nvSpPr>
        <p:spPr>
          <a:xfrm>
            <a:off x="334861" y="5301649"/>
            <a:ext cx="989789" cy="989789"/>
          </a:xfrm>
          <a:custGeom>
            <a:avLst/>
            <a:gdLst/>
            <a:ahLst/>
            <a:cxnLst/>
            <a:rect l="l" t="t" r="r" b="b"/>
            <a:pathLst>
              <a:path w="1484683" h="1484683">
                <a:moveTo>
                  <a:pt x="0" y="0"/>
                </a:moveTo>
                <a:lnTo>
                  <a:pt x="1484683" y="0"/>
                </a:lnTo>
                <a:lnTo>
                  <a:pt x="1484683" y="1484683"/>
                </a:lnTo>
                <a:lnTo>
                  <a:pt x="0" y="14846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l-PL" sz="1200"/>
          </a:p>
        </p:txBody>
      </p:sp>
      <p:sp>
        <p:nvSpPr>
          <p:cNvPr id="6" name="Text Placeholder 22">
            <a:extLst>
              <a:ext uri="{FF2B5EF4-FFF2-40B4-BE49-F238E27FC236}">
                <a16:creationId xmlns:a16="http://schemas.microsoft.com/office/drawing/2014/main" id="{34D5F124-08C8-DFB9-B2FE-173C8D26E2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05124" y="5561098"/>
            <a:ext cx="4502150" cy="470889"/>
          </a:xfrm>
          <a:prstGeom prst="rect">
            <a:avLst/>
          </a:prstGeom>
        </p:spPr>
        <p:txBody>
          <a:bodyPr/>
          <a:lstStyle>
            <a:lvl1pPr algn="l">
              <a:buNone/>
              <a:defRPr sz="2800" i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pPr lvl="0"/>
            <a:r>
              <a:rPr lang="pl-PL"/>
              <a:t>e-mail </a:t>
            </a:r>
            <a:r>
              <a:rPr lang="pl-PL" err="1"/>
              <a:t>address</a:t>
            </a:r>
            <a:endParaRPr lang="en-US"/>
          </a:p>
        </p:txBody>
      </p:sp>
      <p:sp>
        <p:nvSpPr>
          <p:cNvPr id="7" name="Picture Placeholder 26">
            <a:extLst>
              <a:ext uri="{FF2B5EF4-FFF2-40B4-BE49-F238E27FC236}">
                <a16:creationId xmlns:a16="http://schemas.microsoft.com/office/drawing/2014/main" id="{DFA27D0F-F29F-C985-0C8F-F6477E9AA4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742633" y="4627961"/>
            <a:ext cx="2114506" cy="1931142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  <a:effectLst>
            <a:outerShdw blurRad="254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9FB1DE2-54BB-5BE2-0040-C27ACC3E6310}"/>
              </a:ext>
            </a:extLst>
          </p:cNvPr>
          <p:cNvSpPr/>
          <p:nvPr userDrawn="1"/>
        </p:nvSpPr>
        <p:spPr>
          <a:xfrm rot="-6763733">
            <a:off x="8446759" y="4671378"/>
            <a:ext cx="755488" cy="1674390"/>
          </a:xfrm>
          <a:custGeom>
            <a:avLst/>
            <a:gdLst/>
            <a:ahLst/>
            <a:cxnLst/>
            <a:rect l="l" t="t" r="r" b="b"/>
            <a:pathLst>
              <a:path w="1819825" h="3439531">
                <a:moveTo>
                  <a:pt x="0" y="0"/>
                </a:moveTo>
                <a:lnTo>
                  <a:pt x="1819824" y="0"/>
                </a:lnTo>
                <a:lnTo>
                  <a:pt x="1819824" y="3439531"/>
                </a:lnTo>
                <a:lnTo>
                  <a:pt x="0" y="34395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l-PL" sz="120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3C28530B-B9F2-0035-7084-5C2691CF8C35}"/>
              </a:ext>
            </a:extLst>
          </p:cNvPr>
          <p:cNvSpPr/>
          <p:nvPr userDrawn="1"/>
        </p:nvSpPr>
        <p:spPr>
          <a:xfrm>
            <a:off x="11421704" y="3876040"/>
            <a:ext cx="435435" cy="373244"/>
          </a:xfrm>
          <a:prstGeom prst="hexagon">
            <a:avLst/>
          </a:prstGeom>
          <a:noFill/>
          <a:ln>
            <a:solidFill>
              <a:srgbClr val="B59859">
                <a:alpha val="34000"/>
              </a:srgbClr>
            </a:solidFill>
          </a:ln>
          <a:effectLst>
            <a:reflection blurRad="6350" stA="50000" endA="300" endPos="90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5AA0E7ED-9F63-DA93-7768-32E54ED2B39B}"/>
              </a:ext>
            </a:extLst>
          </p:cNvPr>
          <p:cNvSpPr/>
          <p:nvPr userDrawn="1"/>
        </p:nvSpPr>
        <p:spPr>
          <a:xfrm rot="10800000">
            <a:off x="11892032" y="4249284"/>
            <a:ext cx="379491" cy="298360"/>
          </a:xfrm>
          <a:prstGeom prst="hexagon">
            <a:avLst/>
          </a:prstGeom>
          <a:noFill/>
          <a:ln>
            <a:solidFill>
              <a:srgbClr val="B59859">
                <a:alpha val="9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8DFA9B-E3AC-0695-0207-612D41DE41B4}"/>
              </a:ext>
            </a:extLst>
          </p:cNvPr>
          <p:cNvSpPr/>
          <p:nvPr userDrawn="1"/>
        </p:nvSpPr>
        <p:spPr>
          <a:xfrm>
            <a:off x="0" y="6639421"/>
            <a:ext cx="12192000" cy="218579"/>
          </a:xfrm>
          <a:prstGeom prst="rect">
            <a:avLst/>
          </a:prstGeom>
          <a:solidFill>
            <a:srgbClr val="C8B182">
              <a:alpha val="43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Copyright © 202</a:t>
            </a:r>
            <a:r>
              <a:rPr lang="pl-PL" sz="800">
                <a:solidFill>
                  <a:schemeClr val="tx1"/>
                </a:solidFill>
              </a:rPr>
              <a:t>6 </a:t>
            </a:r>
            <a:r>
              <a:rPr lang="en-GB" sz="800">
                <a:solidFill>
                  <a:schemeClr val="tx1"/>
                </a:solidFill>
              </a:rPr>
              <a:t>by </a:t>
            </a:r>
            <a:r>
              <a:rPr lang="en-GB" sz="800" b="1">
                <a:solidFill>
                  <a:schemeClr val="tx1"/>
                </a:solidFill>
              </a:rPr>
              <a:t>Adaptive Group</a:t>
            </a:r>
            <a:r>
              <a:rPr lang="en-GB" sz="800">
                <a:solidFill>
                  <a:schemeClr val="tx1"/>
                </a:solidFill>
              </a:rPr>
              <a:t>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476993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rvey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D0B8715-060F-60C3-5E9E-C5EE08572753}"/>
              </a:ext>
            </a:extLst>
          </p:cNvPr>
          <p:cNvSpPr>
            <a:spLocks/>
          </p:cNvSpPr>
          <p:nvPr userDrawn="1"/>
        </p:nvSpPr>
        <p:spPr>
          <a:xfrm>
            <a:off x="1" y="0"/>
            <a:ext cx="6510384" cy="663942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84998CC0-5642-D602-C1D2-381DF11D0AC6}"/>
              </a:ext>
            </a:extLst>
          </p:cNvPr>
          <p:cNvSpPr/>
          <p:nvPr userDrawn="1"/>
        </p:nvSpPr>
        <p:spPr>
          <a:xfrm rot="10800000">
            <a:off x="187099" y="71095"/>
            <a:ext cx="877027" cy="691840"/>
          </a:xfrm>
          <a:prstGeom prst="hexagon">
            <a:avLst/>
          </a:prstGeom>
          <a:noFill/>
          <a:ln>
            <a:solidFill>
              <a:srgbClr val="B59859">
                <a:alpha val="34000"/>
              </a:srgbClr>
            </a:solidFill>
          </a:ln>
          <a:effectLst/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D41F9C94-E1C0-430C-5B9E-C1955E6A88B3}"/>
              </a:ext>
            </a:extLst>
          </p:cNvPr>
          <p:cNvSpPr/>
          <p:nvPr userDrawn="1"/>
        </p:nvSpPr>
        <p:spPr>
          <a:xfrm rot="10800000">
            <a:off x="982390" y="499349"/>
            <a:ext cx="877027" cy="691840"/>
          </a:xfrm>
          <a:prstGeom prst="hexagon">
            <a:avLst/>
          </a:prstGeom>
          <a:noFill/>
          <a:ln>
            <a:solidFill>
              <a:srgbClr val="B59859">
                <a:alpha val="34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363EA8FD-B211-7438-7243-5C4D09EA0BF1}"/>
              </a:ext>
            </a:extLst>
          </p:cNvPr>
          <p:cNvSpPr/>
          <p:nvPr userDrawn="1"/>
        </p:nvSpPr>
        <p:spPr>
          <a:xfrm rot="10800000">
            <a:off x="1856338" y="927604"/>
            <a:ext cx="877027" cy="691840"/>
          </a:xfrm>
          <a:prstGeom prst="hexagon">
            <a:avLst/>
          </a:prstGeom>
          <a:solidFill>
            <a:srgbClr val="B59859">
              <a:alpha val="0"/>
            </a:srgbClr>
          </a:solidFill>
          <a:ln>
            <a:solidFill>
              <a:srgbClr val="B59859">
                <a:alpha val="8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Picture Placeholder 26">
            <a:extLst>
              <a:ext uri="{FF2B5EF4-FFF2-40B4-BE49-F238E27FC236}">
                <a16:creationId xmlns:a16="http://schemas.microsoft.com/office/drawing/2014/main" id="{9FE73413-95A6-B41F-758B-F3A190774E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95846" y="579120"/>
            <a:ext cx="5309056" cy="5634775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  <a:effectLst>
            <a:outerShdw blurRad="254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94196294-9114-E684-8804-3BACBA6E4545}"/>
              </a:ext>
            </a:extLst>
          </p:cNvPr>
          <p:cNvSpPr/>
          <p:nvPr userDrawn="1"/>
        </p:nvSpPr>
        <p:spPr>
          <a:xfrm rot="10800000">
            <a:off x="187099" y="71095"/>
            <a:ext cx="877027" cy="691840"/>
          </a:xfrm>
          <a:prstGeom prst="hexagon">
            <a:avLst/>
          </a:prstGeom>
          <a:noFill/>
          <a:ln>
            <a:solidFill>
              <a:srgbClr val="B59859">
                <a:alpha val="34000"/>
              </a:srgbClr>
            </a:solidFill>
          </a:ln>
          <a:effectLst/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3059B243-A31D-8C8E-6323-4DB0B0515D55}"/>
              </a:ext>
            </a:extLst>
          </p:cNvPr>
          <p:cNvSpPr/>
          <p:nvPr userDrawn="1"/>
        </p:nvSpPr>
        <p:spPr>
          <a:xfrm rot="10800000">
            <a:off x="982390" y="499349"/>
            <a:ext cx="877027" cy="691840"/>
          </a:xfrm>
          <a:prstGeom prst="hexagon">
            <a:avLst/>
          </a:prstGeom>
          <a:noFill/>
          <a:ln>
            <a:solidFill>
              <a:srgbClr val="B59859">
                <a:alpha val="34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Hexagon 18">
            <a:extLst>
              <a:ext uri="{FF2B5EF4-FFF2-40B4-BE49-F238E27FC236}">
                <a16:creationId xmlns:a16="http://schemas.microsoft.com/office/drawing/2014/main" id="{F4E605C9-DDBA-D704-4EDC-ACA0AFBB8E9D}"/>
              </a:ext>
            </a:extLst>
          </p:cNvPr>
          <p:cNvSpPr/>
          <p:nvPr userDrawn="1"/>
        </p:nvSpPr>
        <p:spPr>
          <a:xfrm rot="10800000">
            <a:off x="1856338" y="927604"/>
            <a:ext cx="877027" cy="691840"/>
          </a:xfrm>
          <a:prstGeom prst="hexagon">
            <a:avLst/>
          </a:prstGeom>
          <a:solidFill>
            <a:srgbClr val="B59859">
              <a:alpha val="0"/>
            </a:srgbClr>
          </a:solidFill>
          <a:ln>
            <a:solidFill>
              <a:srgbClr val="B59859">
                <a:alpha val="8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 Placeholder 22">
            <a:extLst>
              <a:ext uri="{FF2B5EF4-FFF2-40B4-BE49-F238E27FC236}">
                <a16:creationId xmlns:a16="http://schemas.microsoft.com/office/drawing/2014/main" id="{74CE0E6D-BA2A-234C-EED5-B6098FCD97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96848" y="2296999"/>
            <a:ext cx="4502150" cy="179878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600" i="0">
                <a:solidFill>
                  <a:srgbClr val="B59859"/>
                </a:solidFill>
                <a:latin typeface="Arial Nova Cond" panose="020B0506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l-PL"/>
              <a:t>SCAN </a:t>
            </a:r>
            <a:br>
              <a:rPr lang="pl-PL"/>
            </a:br>
            <a:r>
              <a:rPr lang="pl-PL"/>
              <a:t>&amp; RATE</a:t>
            </a:r>
          </a:p>
          <a:p>
            <a:pPr lvl="0"/>
            <a:endParaRPr lang="en-US"/>
          </a:p>
        </p:txBody>
      </p:sp>
      <p:sp>
        <p:nvSpPr>
          <p:cNvPr id="23" name="Hexagon 22">
            <a:extLst>
              <a:ext uri="{FF2B5EF4-FFF2-40B4-BE49-F238E27FC236}">
                <a16:creationId xmlns:a16="http://schemas.microsoft.com/office/drawing/2014/main" id="{136E8E8B-53D6-AD2F-ED71-3881021F61D3}"/>
              </a:ext>
            </a:extLst>
          </p:cNvPr>
          <p:cNvSpPr/>
          <p:nvPr userDrawn="1"/>
        </p:nvSpPr>
        <p:spPr>
          <a:xfrm>
            <a:off x="5660565" y="5856119"/>
            <a:ext cx="435435" cy="373244"/>
          </a:xfrm>
          <a:prstGeom prst="hexagon">
            <a:avLst/>
          </a:prstGeom>
          <a:noFill/>
          <a:ln>
            <a:solidFill>
              <a:srgbClr val="B59859">
                <a:alpha val="34000"/>
              </a:srgbClr>
            </a:solidFill>
          </a:ln>
          <a:effectLst>
            <a:reflection blurRad="6350" stA="50000" endA="300" endPos="90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Hexagon 23">
            <a:extLst>
              <a:ext uri="{FF2B5EF4-FFF2-40B4-BE49-F238E27FC236}">
                <a16:creationId xmlns:a16="http://schemas.microsoft.com/office/drawing/2014/main" id="{C8865C08-5DF6-E9D9-8234-AFD130BA2D81}"/>
              </a:ext>
            </a:extLst>
          </p:cNvPr>
          <p:cNvSpPr/>
          <p:nvPr userDrawn="1"/>
        </p:nvSpPr>
        <p:spPr>
          <a:xfrm rot="10800000">
            <a:off x="6130893" y="6229363"/>
            <a:ext cx="379491" cy="298360"/>
          </a:xfrm>
          <a:prstGeom prst="hexagon">
            <a:avLst/>
          </a:prstGeom>
          <a:noFill/>
          <a:ln>
            <a:solidFill>
              <a:srgbClr val="B59859">
                <a:alpha val="9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eform 8">
            <a:extLst>
              <a:ext uri="{FF2B5EF4-FFF2-40B4-BE49-F238E27FC236}">
                <a16:creationId xmlns:a16="http://schemas.microsoft.com/office/drawing/2014/main" id="{AFA67BAC-045C-E702-4EC0-569E5E30BC32}"/>
              </a:ext>
            </a:extLst>
          </p:cNvPr>
          <p:cNvSpPr/>
          <p:nvPr userDrawn="1"/>
        </p:nvSpPr>
        <p:spPr>
          <a:xfrm rot="18690903" flipH="1">
            <a:off x="5156886" y="3755797"/>
            <a:ext cx="855390" cy="2211004"/>
          </a:xfrm>
          <a:custGeom>
            <a:avLst/>
            <a:gdLst/>
            <a:ahLst/>
            <a:cxnLst/>
            <a:rect l="l" t="t" r="r" b="b"/>
            <a:pathLst>
              <a:path w="1819825" h="3439531">
                <a:moveTo>
                  <a:pt x="0" y="0"/>
                </a:moveTo>
                <a:lnTo>
                  <a:pt x="1819824" y="0"/>
                </a:lnTo>
                <a:lnTo>
                  <a:pt x="1819824" y="3439531"/>
                </a:lnTo>
                <a:lnTo>
                  <a:pt x="0" y="34395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endParaRPr lang="pl-PL" sz="12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E41CED1-D8B7-2E2C-348F-83B16383A275}"/>
              </a:ext>
            </a:extLst>
          </p:cNvPr>
          <p:cNvSpPr/>
          <p:nvPr userDrawn="1"/>
        </p:nvSpPr>
        <p:spPr>
          <a:xfrm>
            <a:off x="0" y="6639421"/>
            <a:ext cx="12192000" cy="218579"/>
          </a:xfrm>
          <a:prstGeom prst="rect">
            <a:avLst/>
          </a:prstGeom>
          <a:solidFill>
            <a:srgbClr val="C8B182">
              <a:alpha val="43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Copyright © 202</a:t>
            </a:r>
            <a:r>
              <a:rPr lang="pl-PL" sz="800">
                <a:solidFill>
                  <a:schemeClr val="tx1"/>
                </a:solidFill>
              </a:rPr>
              <a:t>6 </a:t>
            </a:r>
            <a:r>
              <a:rPr lang="en-GB" sz="800">
                <a:solidFill>
                  <a:schemeClr val="tx1"/>
                </a:solidFill>
              </a:rPr>
              <a:t>by </a:t>
            </a:r>
            <a:r>
              <a:rPr lang="en-GB" sz="800" b="1">
                <a:solidFill>
                  <a:schemeClr val="tx1"/>
                </a:solidFill>
              </a:rPr>
              <a:t>Adaptive Group</a:t>
            </a:r>
            <a:r>
              <a:rPr lang="en-GB" sz="800">
                <a:solidFill>
                  <a:schemeClr val="tx1"/>
                </a:solidFill>
              </a:rPr>
              <a:t>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135530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AAAB2D3-2307-7CEE-CB7D-B424C00FDDA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C9C8325F-EE8C-B90D-8BD6-A551A4FBD128}"/>
              </a:ext>
            </a:extLst>
          </p:cNvPr>
          <p:cNvSpPr/>
          <p:nvPr userDrawn="1"/>
        </p:nvSpPr>
        <p:spPr>
          <a:xfrm>
            <a:off x="11342181" y="5981568"/>
            <a:ext cx="435435" cy="373244"/>
          </a:xfrm>
          <a:prstGeom prst="hexagon">
            <a:avLst/>
          </a:prstGeom>
          <a:noFill/>
          <a:ln>
            <a:solidFill>
              <a:srgbClr val="B59859">
                <a:alpha val="34000"/>
              </a:srgbClr>
            </a:solidFill>
          </a:ln>
          <a:effectLst>
            <a:reflection blurRad="6350" stA="50000" endA="300" endPos="90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4714D17F-A718-9D98-A0B3-CEFA39FB0860}"/>
              </a:ext>
            </a:extLst>
          </p:cNvPr>
          <p:cNvSpPr/>
          <p:nvPr userDrawn="1"/>
        </p:nvSpPr>
        <p:spPr>
          <a:xfrm rot="10800000">
            <a:off x="11812509" y="6354812"/>
            <a:ext cx="379491" cy="298360"/>
          </a:xfrm>
          <a:prstGeom prst="hexagon">
            <a:avLst/>
          </a:prstGeom>
          <a:noFill/>
          <a:ln>
            <a:solidFill>
              <a:srgbClr val="B59859">
                <a:alpha val="9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998A0333-A9CC-306A-312F-1B58809BC2FD}"/>
              </a:ext>
            </a:extLst>
          </p:cNvPr>
          <p:cNvSpPr/>
          <p:nvPr userDrawn="1"/>
        </p:nvSpPr>
        <p:spPr>
          <a:xfrm rot="10800000">
            <a:off x="187099" y="71095"/>
            <a:ext cx="877027" cy="691840"/>
          </a:xfrm>
          <a:prstGeom prst="hexagon">
            <a:avLst/>
          </a:prstGeom>
          <a:noFill/>
          <a:ln>
            <a:solidFill>
              <a:srgbClr val="B59859">
                <a:alpha val="34000"/>
              </a:srgbClr>
            </a:solidFill>
          </a:ln>
          <a:effectLst/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A9EE0504-3D6F-5DE5-E369-E65763480547}"/>
              </a:ext>
            </a:extLst>
          </p:cNvPr>
          <p:cNvSpPr/>
          <p:nvPr userDrawn="1"/>
        </p:nvSpPr>
        <p:spPr>
          <a:xfrm rot="10800000">
            <a:off x="982390" y="499349"/>
            <a:ext cx="877027" cy="691840"/>
          </a:xfrm>
          <a:prstGeom prst="hexagon">
            <a:avLst/>
          </a:prstGeom>
          <a:noFill/>
          <a:ln>
            <a:solidFill>
              <a:srgbClr val="B59859">
                <a:alpha val="34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9B0B6A0A-D5EC-AE7D-4780-0B3AF18358F4}"/>
              </a:ext>
            </a:extLst>
          </p:cNvPr>
          <p:cNvSpPr/>
          <p:nvPr userDrawn="1"/>
        </p:nvSpPr>
        <p:spPr>
          <a:xfrm rot="10800000">
            <a:off x="1856338" y="927604"/>
            <a:ext cx="877027" cy="691840"/>
          </a:xfrm>
          <a:prstGeom prst="hexagon">
            <a:avLst/>
          </a:prstGeom>
          <a:solidFill>
            <a:srgbClr val="B59859">
              <a:alpha val="0"/>
            </a:srgbClr>
          </a:solidFill>
          <a:ln>
            <a:solidFill>
              <a:srgbClr val="B59859">
                <a:alpha val="8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Freeform 14">
            <a:extLst>
              <a:ext uri="{FF2B5EF4-FFF2-40B4-BE49-F238E27FC236}">
                <a16:creationId xmlns:a16="http://schemas.microsoft.com/office/drawing/2014/main" id="{1AFF16ED-E460-8DAF-1137-ED4FEB022314}"/>
              </a:ext>
            </a:extLst>
          </p:cNvPr>
          <p:cNvSpPr/>
          <p:nvPr userDrawn="1"/>
        </p:nvSpPr>
        <p:spPr>
          <a:xfrm>
            <a:off x="1616374" y="941629"/>
            <a:ext cx="8959254" cy="4974743"/>
          </a:xfrm>
          <a:custGeom>
            <a:avLst/>
            <a:gdLst/>
            <a:ahLst/>
            <a:cxnLst/>
            <a:rect l="l" t="t" r="r" b="b"/>
            <a:pathLst>
              <a:path w="13438881" h="7462115">
                <a:moveTo>
                  <a:pt x="0" y="0"/>
                </a:moveTo>
                <a:lnTo>
                  <a:pt x="13438880" y="0"/>
                </a:lnTo>
                <a:lnTo>
                  <a:pt x="13438880" y="7462116"/>
                </a:lnTo>
                <a:lnTo>
                  <a:pt x="0" y="74621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227529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AAAB2D3-2307-7CEE-CB7D-B424C00FDDA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C9C8325F-EE8C-B90D-8BD6-A551A4FBD128}"/>
              </a:ext>
            </a:extLst>
          </p:cNvPr>
          <p:cNvSpPr/>
          <p:nvPr userDrawn="1"/>
        </p:nvSpPr>
        <p:spPr>
          <a:xfrm>
            <a:off x="11342181" y="5981568"/>
            <a:ext cx="435435" cy="373244"/>
          </a:xfrm>
          <a:prstGeom prst="hexagon">
            <a:avLst/>
          </a:prstGeom>
          <a:noFill/>
          <a:ln>
            <a:solidFill>
              <a:srgbClr val="B59859">
                <a:alpha val="34000"/>
              </a:srgbClr>
            </a:solidFill>
          </a:ln>
          <a:effectLst>
            <a:reflection blurRad="6350" stA="50000" endA="300" endPos="90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4714D17F-A718-9D98-A0B3-CEFA39FB0860}"/>
              </a:ext>
            </a:extLst>
          </p:cNvPr>
          <p:cNvSpPr/>
          <p:nvPr userDrawn="1"/>
        </p:nvSpPr>
        <p:spPr>
          <a:xfrm rot="10800000">
            <a:off x="11812509" y="6354812"/>
            <a:ext cx="379491" cy="298360"/>
          </a:xfrm>
          <a:prstGeom prst="hexagon">
            <a:avLst/>
          </a:prstGeom>
          <a:noFill/>
          <a:ln>
            <a:solidFill>
              <a:srgbClr val="B59859">
                <a:alpha val="9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998A0333-A9CC-306A-312F-1B58809BC2FD}"/>
              </a:ext>
            </a:extLst>
          </p:cNvPr>
          <p:cNvSpPr/>
          <p:nvPr userDrawn="1"/>
        </p:nvSpPr>
        <p:spPr>
          <a:xfrm rot="10800000">
            <a:off x="187099" y="71095"/>
            <a:ext cx="877027" cy="691840"/>
          </a:xfrm>
          <a:prstGeom prst="hexagon">
            <a:avLst/>
          </a:prstGeom>
          <a:noFill/>
          <a:ln>
            <a:solidFill>
              <a:srgbClr val="B59859">
                <a:alpha val="34000"/>
              </a:srgbClr>
            </a:solidFill>
          </a:ln>
          <a:effectLst/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A9EE0504-3D6F-5DE5-E369-E65763480547}"/>
              </a:ext>
            </a:extLst>
          </p:cNvPr>
          <p:cNvSpPr/>
          <p:nvPr userDrawn="1"/>
        </p:nvSpPr>
        <p:spPr>
          <a:xfrm rot="10800000">
            <a:off x="982390" y="499349"/>
            <a:ext cx="877027" cy="691840"/>
          </a:xfrm>
          <a:prstGeom prst="hexagon">
            <a:avLst/>
          </a:prstGeom>
          <a:noFill/>
          <a:ln>
            <a:solidFill>
              <a:srgbClr val="B59859">
                <a:alpha val="34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9B0B6A0A-D5EC-AE7D-4780-0B3AF18358F4}"/>
              </a:ext>
            </a:extLst>
          </p:cNvPr>
          <p:cNvSpPr/>
          <p:nvPr userDrawn="1"/>
        </p:nvSpPr>
        <p:spPr>
          <a:xfrm rot="10800000">
            <a:off x="1856338" y="927604"/>
            <a:ext cx="877027" cy="691840"/>
          </a:xfrm>
          <a:prstGeom prst="hexagon">
            <a:avLst/>
          </a:prstGeom>
          <a:solidFill>
            <a:srgbClr val="B59859">
              <a:alpha val="0"/>
            </a:srgbClr>
          </a:solidFill>
          <a:ln>
            <a:solidFill>
              <a:srgbClr val="B59859">
                <a:alpha val="8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Freeform 14">
            <a:extLst>
              <a:ext uri="{FF2B5EF4-FFF2-40B4-BE49-F238E27FC236}">
                <a16:creationId xmlns:a16="http://schemas.microsoft.com/office/drawing/2014/main" id="{3B62F94B-898B-40DD-B233-81AAFCA59121}"/>
              </a:ext>
            </a:extLst>
          </p:cNvPr>
          <p:cNvSpPr/>
          <p:nvPr userDrawn="1"/>
        </p:nvSpPr>
        <p:spPr>
          <a:xfrm>
            <a:off x="1235737" y="871066"/>
            <a:ext cx="9720526" cy="5115867"/>
          </a:xfrm>
          <a:custGeom>
            <a:avLst/>
            <a:gdLst/>
            <a:ahLst/>
            <a:cxnLst/>
            <a:rect l="l" t="t" r="r" b="b"/>
            <a:pathLst>
              <a:path w="12040109" h="6693984">
                <a:moveTo>
                  <a:pt x="0" y="0"/>
                </a:moveTo>
                <a:lnTo>
                  <a:pt x="12040110" y="0"/>
                </a:lnTo>
                <a:lnTo>
                  <a:pt x="12040110" y="6693984"/>
                </a:lnTo>
                <a:lnTo>
                  <a:pt x="0" y="6693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323991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Hexagon 16">
            <a:extLst>
              <a:ext uri="{FF2B5EF4-FFF2-40B4-BE49-F238E27FC236}">
                <a16:creationId xmlns:a16="http://schemas.microsoft.com/office/drawing/2014/main" id="{7FB14BBF-796B-EB47-E23E-1B44DA3FFE58}"/>
              </a:ext>
            </a:extLst>
          </p:cNvPr>
          <p:cNvSpPr/>
          <p:nvPr userDrawn="1"/>
        </p:nvSpPr>
        <p:spPr>
          <a:xfrm rot="10800000">
            <a:off x="187099" y="71095"/>
            <a:ext cx="756958" cy="673468"/>
          </a:xfrm>
          <a:prstGeom prst="hexagon">
            <a:avLst/>
          </a:prstGeom>
          <a:noFill/>
          <a:ln>
            <a:solidFill>
              <a:srgbClr val="B59859">
                <a:alpha val="28000"/>
              </a:srgbClr>
            </a:solidFill>
          </a:ln>
          <a:effectLst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61D02D-B772-909F-9BAD-57728BC96533}"/>
              </a:ext>
            </a:extLst>
          </p:cNvPr>
          <p:cNvSpPr/>
          <p:nvPr userDrawn="1"/>
        </p:nvSpPr>
        <p:spPr>
          <a:xfrm rot="10800000">
            <a:off x="866621" y="477663"/>
            <a:ext cx="756958" cy="673468"/>
          </a:xfrm>
          <a:prstGeom prst="hexagon">
            <a:avLst/>
          </a:prstGeom>
          <a:noFill/>
          <a:ln>
            <a:solidFill>
              <a:srgbClr val="B59859">
                <a:alpha val="14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0D152BA-12BB-3DD4-FFF6-1B34B7749E7D}"/>
              </a:ext>
            </a:extLst>
          </p:cNvPr>
          <p:cNvGrpSpPr/>
          <p:nvPr userDrawn="1"/>
        </p:nvGrpSpPr>
        <p:grpSpPr>
          <a:xfrm>
            <a:off x="10994155" y="146091"/>
            <a:ext cx="1037521" cy="706515"/>
            <a:chOff x="9743660" y="1977886"/>
            <a:chExt cx="1278836" cy="922973"/>
          </a:xfrm>
          <a:effectLst>
            <a:reflection blurRad="6350" stA="50000" endA="300" endPos="55500" dist="50800" dir="5400000" sy="-100000" algn="bl" rotWithShape="0"/>
          </a:effectLst>
        </p:grpSpPr>
        <p:sp>
          <p:nvSpPr>
            <p:cNvPr id="24" name="Hexagon 23">
              <a:extLst>
                <a:ext uri="{FF2B5EF4-FFF2-40B4-BE49-F238E27FC236}">
                  <a16:creationId xmlns:a16="http://schemas.microsoft.com/office/drawing/2014/main" id="{BA26A0EB-12A0-E1A2-C892-9996BD9D198A}"/>
                </a:ext>
              </a:extLst>
            </p:cNvPr>
            <p:cNvSpPr/>
            <p:nvPr/>
          </p:nvSpPr>
          <p:spPr>
            <a:xfrm>
              <a:off x="9743660" y="1977886"/>
              <a:ext cx="536712" cy="487596"/>
            </a:xfrm>
            <a:prstGeom prst="hexagon">
              <a:avLst/>
            </a:prstGeom>
            <a:noFill/>
            <a:ln>
              <a:solidFill>
                <a:srgbClr val="B59859">
                  <a:alpha val="11000"/>
                </a:srgbClr>
              </a:solidFill>
            </a:ln>
            <a:effectLst>
              <a:reflection blurRad="6350" stA="50000" endA="300" endPos="90000" dist="50800" dir="5400000" sy="-100000" algn="bl" rotWithShape="0"/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Hexagon 24">
              <a:extLst>
                <a:ext uri="{FF2B5EF4-FFF2-40B4-BE49-F238E27FC236}">
                  <a16:creationId xmlns:a16="http://schemas.microsoft.com/office/drawing/2014/main" id="{143CC511-3209-5B88-B6FB-E856DAD3EEAB}"/>
                </a:ext>
              </a:extLst>
            </p:cNvPr>
            <p:cNvSpPr/>
            <p:nvPr/>
          </p:nvSpPr>
          <p:spPr>
            <a:xfrm rot="10800000">
              <a:off x="10280372" y="2221685"/>
              <a:ext cx="742124" cy="679174"/>
            </a:xfrm>
            <a:prstGeom prst="hexagon">
              <a:avLst/>
            </a:prstGeom>
            <a:noFill/>
            <a:ln>
              <a:solidFill>
                <a:srgbClr val="B59859">
                  <a:alpha val="11000"/>
                </a:srgbClr>
              </a:solidFill>
            </a:ln>
            <a:effectLst>
              <a:reflection blurRad="6350" stA="50000" endA="300" endPos="90000" dist="508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" name="Content Placeholder 17">
            <a:extLst>
              <a:ext uri="{FF2B5EF4-FFF2-40B4-BE49-F238E27FC236}">
                <a16:creationId xmlns:a16="http://schemas.microsoft.com/office/drawing/2014/main" id="{453E330E-6757-CC89-05C0-AA8E10ECCAC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52549" y="1908203"/>
            <a:ext cx="5879835" cy="473260"/>
          </a:xfrm>
          <a:prstGeom prst="rect">
            <a:avLst/>
          </a:prstGeom>
        </p:spPr>
        <p:txBody>
          <a:bodyPr/>
          <a:lstStyle>
            <a:lvl1pPr algn="l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pPr lvl="0"/>
            <a:r>
              <a:rPr lang="pl-PL"/>
              <a:t>Point of agenda</a:t>
            </a:r>
            <a:endParaRPr lang="en-US"/>
          </a:p>
        </p:txBody>
      </p:sp>
      <p:sp>
        <p:nvSpPr>
          <p:cNvPr id="6" name="Content Placeholder 17">
            <a:extLst>
              <a:ext uri="{FF2B5EF4-FFF2-40B4-BE49-F238E27FC236}">
                <a16:creationId xmlns:a16="http://schemas.microsoft.com/office/drawing/2014/main" id="{7858C4D5-0DE8-87B5-AD97-5862CD57619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552546" y="2820312"/>
            <a:ext cx="5879835" cy="473260"/>
          </a:xfrm>
          <a:prstGeom prst="rect">
            <a:avLst/>
          </a:prstGeom>
        </p:spPr>
        <p:txBody>
          <a:bodyPr/>
          <a:lstStyle>
            <a:lvl1pPr algn="l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pPr lvl="0"/>
            <a:r>
              <a:rPr lang="pl-PL"/>
              <a:t>Point of agenda</a:t>
            </a:r>
            <a:endParaRPr lang="en-US"/>
          </a:p>
        </p:txBody>
      </p:sp>
      <p:sp>
        <p:nvSpPr>
          <p:cNvPr id="7" name="Content Placeholder 17">
            <a:extLst>
              <a:ext uri="{FF2B5EF4-FFF2-40B4-BE49-F238E27FC236}">
                <a16:creationId xmlns:a16="http://schemas.microsoft.com/office/drawing/2014/main" id="{28C7129A-F63F-679D-A169-D70B22F7CE0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52546" y="3732421"/>
            <a:ext cx="5879835" cy="473260"/>
          </a:xfrm>
          <a:prstGeom prst="rect">
            <a:avLst/>
          </a:prstGeom>
        </p:spPr>
        <p:txBody>
          <a:bodyPr/>
          <a:lstStyle>
            <a:lvl1pPr algn="l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pPr lvl="0"/>
            <a:r>
              <a:rPr lang="pl-PL"/>
              <a:t>Point of agenda</a:t>
            </a:r>
            <a:endParaRPr lang="en-US"/>
          </a:p>
        </p:txBody>
      </p:sp>
      <p:sp>
        <p:nvSpPr>
          <p:cNvPr id="8" name="Content Placeholder 17">
            <a:extLst>
              <a:ext uri="{FF2B5EF4-FFF2-40B4-BE49-F238E27FC236}">
                <a16:creationId xmlns:a16="http://schemas.microsoft.com/office/drawing/2014/main" id="{8C0C23FB-5B79-F6E3-D658-3BDD8D13CB7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2545" y="4644530"/>
            <a:ext cx="5879835" cy="473260"/>
          </a:xfrm>
          <a:prstGeom prst="rect">
            <a:avLst/>
          </a:prstGeom>
        </p:spPr>
        <p:txBody>
          <a:bodyPr/>
          <a:lstStyle>
            <a:lvl1pPr algn="l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pPr lvl="0"/>
            <a:r>
              <a:rPr lang="pl-PL"/>
              <a:t>Point of agenda</a:t>
            </a:r>
            <a:endParaRPr lang="en-US"/>
          </a:p>
        </p:txBody>
      </p:sp>
      <p:sp>
        <p:nvSpPr>
          <p:cNvPr id="4" name="TextBox 11">
            <a:hlinkClick r:id="rId2"/>
            <a:extLst>
              <a:ext uri="{FF2B5EF4-FFF2-40B4-BE49-F238E27FC236}">
                <a16:creationId xmlns:a16="http://schemas.microsoft.com/office/drawing/2014/main" id="{8FB7C4D6-B250-A12E-2A8E-1AD16EB782AA}"/>
              </a:ext>
            </a:extLst>
          </p:cNvPr>
          <p:cNvSpPr txBox="1"/>
          <p:nvPr userDrawn="1"/>
        </p:nvSpPr>
        <p:spPr>
          <a:xfrm>
            <a:off x="2488914" y="28963"/>
            <a:ext cx="2063635" cy="15708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rPr>
              <a:t>AGENDA</a:t>
            </a:r>
            <a:endParaRPr lang="en-GB" sz="4000" b="1">
              <a:solidFill>
                <a:schemeClr val="tx1">
                  <a:lumMod val="75000"/>
                  <a:lumOff val="25000"/>
                </a:schemeClr>
              </a:solidFill>
              <a:latin typeface="Arial Nova Cond" panose="020B0506020202020204" pitchFamily="34" charset="0"/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2D6990F2-3194-1CF0-4B87-A3D117D6ED66}"/>
              </a:ext>
            </a:extLst>
          </p:cNvPr>
          <p:cNvSpPr/>
          <p:nvPr userDrawn="1"/>
        </p:nvSpPr>
        <p:spPr>
          <a:xfrm>
            <a:off x="3533598" y="1861570"/>
            <a:ext cx="602086" cy="519893"/>
          </a:xfrm>
          <a:prstGeom prst="hexagon">
            <a:avLst/>
          </a:prstGeom>
          <a:solidFill>
            <a:srgbClr val="C8B18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 Nova Cond" panose="020B0506020202020204" pitchFamily="34" charset="0"/>
            </a:endParaRP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09578918-7565-8C8D-52ED-4773CC8C34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1940" y="2045476"/>
            <a:ext cx="492484" cy="198714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pPr lvl="0"/>
            <a:r>
              <a:rPr lang="pl-PL"/>
              <a:t>01</a:t>
            </a:r>
            <a:endParaRPr lang="en-GB"/>
          </a:p>
        </p:txBody>
      </p:sp>
      <p:sp>
        <p:nvSpPr>
          <p:cNvPr id="32" name="Hexagon 31">
            <a:extLst>
              <a:ext uri="{FF2B5EF4-FFF2-40B4-BE49-F238E27FC236}">
                <a16:creationId xmlns:a16="http://schemas.microsoft.com/office/drawing/2014/main" id="{A0DD4E84-2AA2-F4E9-7AD8-BB99EF3096D9}"/>
              </a:ext>
            </a:extLst>
          </p:cNvPr>
          <p:cNvSpPr/>
          <p:nvPr userDrawn="1"/>
        </p:nvSpPr>
        <p:spPr>
          <a:xfrm>
            <a:off x="3533598" y="2796995"/>
            <a:ext cx="602086" cy="519893"/>
          </a:xfrm>
          <a:prstGeom prst="hexagon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 Nova Cond" panose="020B0506020202020204" pitchFamily="34" charset="0"/>
            </a:endParaRPr>
          </a:p>
        </p:txBody>
      </p:sp>
      <p:sp>
        <p:nvSpPr>
          <p:cNvPr id="33" name="Hexagon 32">
            <a:extLst>
              <a:ext uri="{FF2B5EF4-FFF2-40B4-BE49-F238E27FC236}">
                <a16:creationId xmlns:a16="http://schemas.microsoft.com/office/drawing/2014/main" id="{F020F87E-4301-A90A-31D2-5883894271EB}"/>
              </a:ext>
            </a:extLst>
          </p:cNvPr>
          <p:cNvSpPr/>
          <p:nvPr userDrawn="1"/>
        </p:nvSpPr>
        <p:spPr>
          <a:xfrm>
            <a:off x="3528333" y="3732420"/>
            <a:ext cx="602086" cy="519893"/>
          </a:xfrm>
          <a:prstGeom prst="hexagon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 Nova Cond" panose="020B0506020202020204" pitchFamily="34" charset="0"/>
            </a:endParaRPr>
          </a:p>
        </p:txBody>
      </p:sp>
      <p:sp>
        <p:nvSpPr>
          <p:cNvPr id="34" name="Hexagon 33">
            <a:extLst>
              <a:ext uri="{FF2B5EF4-FFF2-40B4-BE49-F238E27FC236}">
                <a16:creationId xmlns:a16="http://schemas.microsoft.com/office/drawing/2014/main" id="{F7890E06-3F5C-890B-F95C-0A1CDFA69B66}"/>
              </a:ext>
            </a:extLst>
          </p:cNvPr>
          <p:cNvSpPr/>
          <p:nvPr userDrawn="1"/>
        </p:nvSpPr>
        <p:spPr>
          <a:xfrm>
            <a:off x="3528333" y="4597897"/>
            <a:ext cx="602086" cy="519893"/>
          </a:xfrm>
          <a:prstGeom prst="hexagon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 Nova Cond" panose="020B0506020202020204" pitchFamily="34" charset="0"/>
            </a:endParaRPr>
          </a:p>
        </p:txBody>
      </p:sp>
      <p:sp>
        <p:nvSpPr>
          <p:cNvPr id="42" name="Text Placeholder 28">
            <a:extLst>
              <a:ext uri="{FF2B5EF4-FFF2-40B4-BE49-F238E27FC236}">
                <a16:creationId xmlns:a16="http://schemas.microsoft.com/office/drawing/2014/main" id="{0F5C839C-1E9F-4B61-1D92-A5A37D47370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71940" y="2955124"/>
            <a:ext cx="492484" cy="201031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pPr lvl="0"/>
            <a:r>
              <a:rPr lang="pl-PL"/>
              <a:t>02</a:t>
            </a:r>
            <a:endParaRPr lang="en-GB"/>
          </a:p>
        </p:txBody>
      </p:sp>
      <p:sp>
        <p:nvSpPr>
          <p:cNvPr id="43" name="Text Placeholder 28">
            <a:extLst>
              <a:ext uri="{FF2B5EF4-FFF2-40B4-BE49-F238E27FC236}">
                <a16:creationId xmlns:a16="http://schemas.microsoft.com/office/drawing/2014/main" id="{53EB19B7-0427-C0D5-D278-1A3D7960FB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71940" y="3890549"/>
            <a:ext cx="492484" cy="22916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pPr lvl="0"/>
            <a:r>
              <a:rPr lang="pl-PL"/>
              <a:t>03</a:t>
            </a:r>
            <a:endParaRPr lang="en-GB"/>
          </a:p>
        </p:txBody>
      </p:sp>
      <p:sp>
        <p:nvSpPr>
          <p:cNvPr id="44" name="Text Placeholder 28">
            <a:extLst>
              <a:ext uri="{FF2B5EF4-FFF2-40B4-BE49-F238E27FC236}">
                <a16:creationId xmlns:a16="http://schemas.microsoft.com/office/drawing/2014/main" id="{463BD971-3309-0B19-C1A4-76DF2847AA8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83134" y="4723594"/>
            <a:ext cx="492484" cy="315132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pPr lvl="0"/>
            <a:r>
              <a:rPr lang="pl-PL"/>
              <a:t>04</a:t>
            </a:r>
            <a:endParaRPr lang="en-GB"/>
          </a:p>
        </p:txBody>
      </p:sp>
      <p:sp>
        <p:nvSpPr>
          <p:cNvPr id="47" name="Hexagon 46">
            <a:extLst>
              <a:ext uri="{FF2B5EF4-FFF2-40B4-BE49-F238E27FC236}">
                <a16:creationId xmlns:a16="http://schemas.microsoft.com/office/drawing/2014/main" id="{D066F3EF-9B84-B4A3-F97C-8F470BC12F0B}"/>
              </a:ext>
            </a:extLst>
          </p:cNvPr>
          <p:cNvSpPr/>
          <p:nvPr userDrawn="1"/>
        </p:nvSpPr>
        <p:spPr>
          <a:xfrm>
            <a:off x="11253989" y="6019642"/>
            <a:ext cx="1164938" cy="1046176"/>
          </a:xfrm>
          <a:prstGeom prst="hexagon">
            <a:avLst/>
          </a:prstGeom>
          <a:noFill/>
          <a:ln>
            <a:solidFill>
              <a:srgbClr val="F5F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Hexagon 47">
            <a:extLst>
              <a:ext uri="{FF2B5EF4-FFF2-40B4-BE49-F238E27FC236}">
                <a16:creationId xmlns:a16="http://schemas.microsoft.com/office/drawing/2014/main" id="{2D78FC43-EDC5-7691-4DBF-1DF062DBF340}"/>
              </a:ext>
            </a:extLst>
          </p:cNvPr>
          <p:cNvSpPr/>
          <p:nvPr userDrawn="1"/>
        </p:nvSpPr>
        <p:spPr>
          <a:xfrm>
            <a:off x="10650101" y="6542730"/>
            <a:ext cx="688109" cy="621532"/>
          </a:xfrm>
          <a:prstGeom prst="hexagon">
            <a:avLst/>
          </a:prstGeom>
          <a:noFill/>
          <a:ln>
            <a:solidFill>
              <a:srgbClr val="F5F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F9F7AD9-20C2-C5CF-970C-A3280279FDB9}"/>
              </a:ext>
            </a:extLst>
          </p:cNvPr>
          <p:cNvCxnSpPr>
            <a:cxnSpLocks/>
          </p:cNvCxnSpPr>
          <p:nvPr userDrawn="1"/>
        </p:nvCxnSpPr>
        <p:spPr>
          <a:xfrm>
            <a:off x="2573492" y="1225438"/>
            <a:ext cx="857250" cy="0"/>
          </a:xfrm>
          <a:prstGeom prst="line">
            <a:avLst/>
          </a:prstGeom>
          <a:ln w="57150">
            <a:solidFill>
              <a:srgbClr val="C8B1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FA956000-2C35-11F8-770A-21ED7774E711}"/>
              </a:ext>
            </a:extLst>
          </p:cNvPr>
          <p:cNvSpPr/>
          <p:nvPr userDrawn="1"/>
        </p:nvSpPr>
        <p:spPr>
          <a:xfrm>
            <a:off x="0" y="6639421"/>
            <a:ext cx="12192000" cy="218579"/>
          </a:xfrm>
          <a:prstGeom prst="rect">
            <a:avLst/>
          </a:prstGeom>
          <a:solidFill>
            <a:srgbClr val="C8B182">
              <a:alpha val="43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Copyright © 202</a:t>
            </a:r>
            <a:r>
              <a:rPr lang="pl-PL" sz="800">
                <a:solidFill>
                  <a:schemeClr val="tx1"/>
                </a:solidFill>
              </a:rPr>
              <a:t>6 </a:t>
            </a:r>
            <a:r>
              <a:rPr lang="en-GB" sz="800">
                <a:solidFill>
                  <a:schemeClr val="tx1"/>
                </a:solidFill>
              </a:rPr>
              <a:t>by </a:t>
            </a:r>
            <a:r>
              <a:rPr lang="en-GB" sz="800" b="1">
                <a:solidFill>
                  <a:schemeClr val="tx1"/>
                </a:solidFill>
              </a:rPr>
              <a:t>Adaptive Group</a:t>
            </a:r>
            <a:r>
              <a:rPr lang="en-GB" sz="800">
                <a:solidFill>
                  <a:schemeClr val="tx1"/>
                </a:solidFill>
              </a:rPr>
              <a:t>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602248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Hexagon 16">
            <a:extLst>
              <a:ext uri="{FF2B5EF4-FFF2-40B4-BE49-F238E27FC236}">
                <a16:creationId xmlns:a16="http://schemas.microsoft.com/office/drawing/2014/main" id="{7FB14BBF-796B-EB47-E23E-1B44DA3FFE58}"/>
              </a:ext>
            </a:extLst>
          </p:cNvPr>
          <p:cNvSpPr/>
          <p:nvPr userDrawn="1"/>
        </p:nvSpPr>
        <p:spPr>
          <a:xfrm rot="10800000">
            <a:off x="187099" y="71095"/>
            <a:ext cx="756958" cy="673468"/>
          </a:xfrm>
          <a:prstGeom prst="hexagon">
            <a:avLst/>
          </a:prstGeom>
          <a:noFill/>
          <a:ln>
            <a:solidFill>
              <a:srgbClr val="B59859">
                <a:alpha val="28000"/>
              </a:srgbClr>
            </a:solidFill>
          </a:ln>
          <a:effectLst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61D02D-B772-909F-9BAD-57728BC96533}"/>
              </a:ext>
            </a:extLst>
          </p:cNvPr>
          <p:cNvSpPr/>
          <p:nvPr userDrawn="1"/>
        </p:nvSpPr>
        <p:spPr>
          <a:xfrm rot="10800000">
            <a:off x="866621" y="477663"/>
            <a:ext cx="756958" cy="673468"/>
          </a:xfrm>
          <a:prstGeom prst="hexagon">
            <a:avLst/>
          </a:prstGeom>
          <a:noFill/>
          <a:ln>
            <a:solidFill>
              <a:srgbClr val="B59859">
                <a:alpha val="14000"/>
              </a:srgbClr>
            </a:solidFill>
          </a:ln>
          <a:effectLst>
            <a:reflection blurRad="6350" stA="50000" endA="300" endPos="90000" dist="50800" dir="5400000" sy="-100000" algn="bl" rotWithShape="0"/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0D152BA-12BB-3DD4-FFF6-1B34B7749E7D}"/>
              </a:ext>
            </a:extLst>
          </p:cNvPr>
          <p:cNvGrpSpPr/>
          <p:nvPr userDrawn="1"/>
        </p:nvGrpSpPr>
        <p:grpSpPr>
          <a:xfrm>
            <a:off x="10994155" y="146091"/>
            <a:ext cx="1037521" cy="706515"/>
            <a:chOff x="9743660" y="1977886"/>
            <a:chExt cx="1278836" cy="922973"/>
          </a:xfrm>
          <a:effectLst>
            <a:reflection blurRad="6350" stA="50000" endA="300" endPos="55500" dist="50800" dir="5400000" sy="-100000" algn="bl" rotWithShape="0"/>
          </a:effectLst>
        </p:grpSpPr>
        <p:sp>
          <p:nvSpPr>
            <p:cNvPr id="24" name="Hexagon 23">
              <a:extLst>
                <a:ext uri="{FF2B5EF4-FFF2-40B4-BE49-F238E27FC236}">
                  <a16:creationId xmlns:a16="http://schemas.microsoft.com/office/drawing/2014/main" id="{BA26A0EB-12A0-E1A2-C892-9996BD9D198A}"/>
                </a:ext>
              </a:extLst>
            </p:cNvPr>
            <p:cNvSpPr/>
            <p:nvPr/>
          </p:nvSpPr>
          <p:spPr>
            <a:xfrm>
              <a:off x="9743660" y="1977886"/>
              <a:ext cx="536712" cy="487596"/>
            </a:xfrm>
            <a:prstGeom prst="hexagon">
              <a:avLst/>
            </a:prstGeom>
            <a:noFill/>
            <a:ln>
              <a:solidFill>
                <a:srgbClr val="B59859">
                  <a:alpha val="11000"/>
                </a:srgbClr>
              </a:solidFill>
            </a:ln>
            <a:effectLst>
              <a:reflection blurRad="6350" stA="50000" endA="300" endPos="90000" dist="50800" dir="5400000" sy="-100000" algn="bl" rotWithShape="0"/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Hexagon 24">
              <a:extLst>
                <a:ext uri="{FF2B5EF4-FFF2-40B4-BE49-F238E27FC236}">
                  <a16:creationId xmlns:a16="http://schemas.microsoft.com/office/drawing/2014/main" id="{143CC511-3209-5B88-B6FB-E856DAD3EEAB}"/>
                </a:ext>
              </a:extLst>
            </p:cNvPr>
            <p:cNvSpPr/>
            <p:nvPr/>
          </p:nvSpPr>
          <p:spPr>
            <a:xfrm rot="10800000">
              <a:off x="10280372" y="2221685"/>
              <a:ext cx="742124" cy="679174"/>
            </a:xfrm>
            <a:prstGeom prst="hexagon">
              <a:avLst/>
            </a:prstGeom>
            <a:noFill/>
            <a:ln>
              <a:solidFill>
                <a:srgbClr val="B59859">
                  <a:alpha val="11000"/>
                </a:srgbClr>
              </a:solidFill>
            </a:ln>
            <a:effectLst>
              <a:reflection blurRad="6350" stA="50000" endA="300" endPos="90000" dist="508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" name="Content Placeholder 17">
            <a:extLst>
              <a:ext uri="{FF2B5EF4-FFF2-40B4-BE49-F238E27FC236}">
                <a16:creationId xmlns:a16="http://schemas.microsoft.com/office/drawing/2014/main" id="{453E330E-6757-CC89-05C0-AA8E10ECCAC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52549" y="1908203"/>
            <a:ext cx="5879835" cy="473260"/>
          </a:xfrm>
          <a:prstGeom prst="rect">
            <a:avLst/>
          </a:prstGeom>
        </p:spPr>
        <p:txBody>
          <a:bodyPr/>
          <a:lstStyle>
            <a:lvl1pPr algn="l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pPr lvl="0"/>
            <a:r>
              <a:rPr lang="pl-PL"/>
              <a:t>Point of agenda</a:t>
            </a:r>
            <a:endParaRPr lang="en-US"/>
          </a:p>
        </p:txBody>
      </p:sp>
      <p:sp>
        <p:nvSpPr>
          <p:cNvPr id="6" name="Content Placeholder 17">
            <a:extLst>
              <a:ext uri="{FF2B5EF4-FFF2-40B4-BE49-F238E27FC236}">
                <a16:creationId xmlns:a16="http://schemas.microsoft.com/office/drawing/2014/main" id="{7858C4D5-0DE8-87B5-AD97-5862CD57619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552546" y="2820312"/>
            <a:ext cx="5879835" cy="473260"/>
          </a:xfrm>
          <a:prstGeom prst="rect">
            <a:avLst/>
          </a:prstGeom>
        </p:spPr>
        <p:txBody>
          <a:bodyPr/>
          <a:lstStyle>
            <a:lvl1pPr algn="l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pPr lvl="0"/>
            <a:r>
              <a:rPr lang="pl-PL"/>
              <a:t>Point of agenda</a:t>
            </a:r>
            <a:endParaRPr lang="en-US"/>
          </a:p>
        </p:txBody>
      </p:sp>
      <p:sp>
        <p:nvSpPr>
          <p:cNvPr id="7" name="Content Placeholder 17">
            <a:extLst>
              <a:ext uri="{FF2B5EF4-FFF2-40B4-BE49-F238E27FC236}">
                <a16:creationId xmlns:a16="http://schemas.microsoft.com/office/drawing/2014/main" id="{28C7129A-F63F-679D-A169-D70B22F7CE0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52546" y="3732421"/>
            <a:ext cx="5879835" cy="473260"/>
          </a:xfrm>
          <a:prstGeom prst="rect">
            <a:avLst/>
          </a:prstGeom>
        </p:spPr>
        <p:txBody>
          <a:bodyPr/>
          <a:lstStyle>
            <a:lvl1pPr algn="l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pPr lvl="0"/>
            <a:r>
              <a:rPr lang="pl-PL"/>
              <a:t>Point of agenda</a:t>
            </a:r>
            <a:endParaRPr lang="en-US"/>
          </a:p>
        </p:txBody>
      </p:sp>
      <p:sp>
        <p:nvSpPr>
          <p:cNvPr id="8" name="Content Placeholder 17">
            <a:extLst>
              <a:ext uri="{FF2B5EF4-FFF2-40B4-BE49-F238E27FC236}">
                <a16:creationId xmlns:a16="http://schemas.microsoft.com/office/drawing/2014/main" id="{8C0C23FB-5B79-F6E3-D658-3BDD8D13CB7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2545" y="4644530"/>
            <a:ext cx="5879835" cy="473260"/>
          </a:xfrm>
          <a:prstGeom prst="rect">
            <a:avLst/>
          </a:prstGeom>
        </p:spPr>
        <p:txBody>
          <a:bodyPr/>
          <a:lstStyle>
            <a:lvl1pPr algn="l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defRPr>
            </a:lvl1pPr>
          </a:lstStyle>
          <a:p>
            <a:pPr lvl="0"/>
            <a:r>
              <a:rPr lang="pl-PL"/>
              <a:t>Point of agenda</a:t>
            </a:r>
            <a:endParaRPr lang="en-US"/>
          </a:p>
        </p:txBody>
      </p:sp>
      <p:sp>
        <p:nvSpPr>
          <p:cNvPr id="4" name="TextBox 11">
            <a:hlinkClick r:id="rId2"/>
            <a:extLst>
              <a:ext uri="{FF2B5EF4-FFF2-40B4-BE49-F238E27FC236}">
                <a16:creationId xmlns:a16="http://schemas.microsoft.com/office/drawing/2014/main" id="{8FB7C4D6-B250-A12E-2A8E-1AD16EB782AA}"/>
              </a:ext>
            </a:extLst>
          </p:cNvPr>
          <p:cNvSpPr txBox="1"/>
          <p:nvPr userDrawn="1"/>
        </p:nvSpPr>
        <p:spPr>
          <a:xfrm>
            <a:off x="2488914" y="28963"/>
            <a:ext cx="2063635" cy="15708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rPr>
              <a:t>AGENDA</a:t>
            </a:r>
            <a:endParaRPr lang="en-GB" sz="4000" b="1">
              <a:solidFill>
                <a:schemeClr val="tx1">
                  <a:lumMod val="75000"/>
                  <a:lumOff val="25000"/>
                </a:schemeClr>
              </a:solidFill>
              <a:latin typeface="Arial Nova Cond" panose="020B0506020202020204" pitchFamily="34" charset="0"/>
            </a:endParaRPr>
          </a:p>
        </p:txBody>
      </p:sp>
      <p:sp>
        <p:nvSpPr>
          <p:cNvPr id="47" name="Hexagon 46">
            <a:extLst>
              <a:ext uri="{FF2B5EF4-FFF2-40B4-BE49-F238E27FC236}">
                <a16:creationId xmlns:a16="http://schemas.microsoft.com/office/drawing/2014/main" id="{D066F3EF-9B84-B4A3-F97C-8F470BC12F0B}"/>
              </a:ext>
            </a:extLst>
          </p:cNvPr>
          <p:cNvSpPr/>
          <p:nvPr userDrawn="1"/>
        </p:nvSpPr>
        <p:spPr>
          <a:xfrm>
            <a:off x="11253989" y="6019642"/>
            <a:ext cx="1164938" cy="1046176"/>
          </a:xfrm>
          <a:prstGeom prst="hexagon">
            <a:avLst/>
          </a:prstGeom>
          <a:noFill/>
          <a:ln>
            <a:solidFill>
              <a:srgbClr val="F5F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Hexagon 47">
            <a:extLst>
              <a:ext uri="{FF2B5EF4-FFF2-40B4-BE49-F238E27FC236}">
                <a16:creationId xmlns:a16="http://schemas.microsoft.com/office/drawing/2014/main" id="{2D78FC43-EDC5-7691-4DBF-1DF062DBF340}"/>
              </a:ext>
            </a:extLst>
          </p:cNvPr>
          <p:cNvSpPr/>
          <p:nvPr userDrawn="1"/>
        </p:nvSpPr>
        <p:spPr>
          <a:xfrm>
            <a:off x="10650101" y="6542730"/>
            <a:ext cx="688109" cy="621532"/>
          </a:xfrm>
          <a:prstGeom prst="hexagon">
            <a:avLst/>
          </a:prstGeom>
          <a:noFill/>
          <a:ln>
            <a:solidFill>
              <a:srgbClr val="F5F2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F9F7AD9-20C2-C5CF-970C-A3280279FDB9}"/>
              </a:ext>
            </a:extLst>
          </p:cNvPr>
          <p:cNvCxnSpPr>
            <a:cxnSpLocks/>
          </p:cNvCxnSpPr>
          <p:nvPr userDrawn="1"/>
        </p:nvCxnSpPr>
        <p:spPr>
          <a:xfrm>
            <a:off x="2573492" y="1225438"/>
            <a:ext cx="857250" cy="0"/>
          </a:xfrm>
          <a:prstGeom prst="line">
            <a:avLst/>
          </a:prstGeom>
          <a:ln w="57150">
            <a:solidFill>
              <a:srgbClr val="B092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E38B003-32DC-828E-7C61-0C73B0C60B7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553406" y="1889682"/>
            <a:ext cx="602086" cy="519893"/>
          </a:xfrm>
          <a:prstGeom prst="hexagon">
            <a:avLst/>
          </a:prstGeom>
          <a:solidFill>
            <a:srgbClr val="F5EFE2"/>
          </a:solidFill>
        </p:spPr>
        <p:txBody>
          <a:bodyPr/>
          <a:lstStyle>
            <a:lvl1pPr algn="ctr">
              <a:defRPr lang="en-US" sz="16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  <a:ea typeface="+mn-ea"/>
                <a:cs typeface="+mn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/>
              <a:t>01</a:t>
            </a:r>
            <a:endParaRPr lang="en-US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98358442-9AEC-0CD1-53DD-F16D2F744C15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553406" y="2796995"/>
            <a:ext cx="602086" cy="519893"/>
          </a:xfrm>
          <a:prstGeom prst="hexagon">
            <a:avLst/>
          </a:prstGeom>
          <a:solidFill>
            <a:srgbClr val="F5EFE2"/>
          </a:solidFill>
        </p:spPr>
        <p:txBody>
          <a:bodyPr/>
          <a:lstStyle>
            <a:lvl1pPr algn="ctr">
              <a:defRPr lang="en-US" sz="16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  <a:ea typeface="+mn-ea"/>
                <a:cs typeface="+mn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/>
              <a:t>02</a:t>
            </a:r>
            <a:endParaRPr lang="en-US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BDF31FA6-EDC6-5ABA-DFA3-5A3B48C5FECB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553406" y="3712702"/>
            <a:ext cx="602086" cy="519893"/>
          </a:xfrm>
          <a:prstGeom prst="hexagon">
            <a:avLst/>
          </a:prstGeom>
          <a:solidFill>
            <a:srgbClr val="F5EFE2"/>
          </a:solidFill>
        </p:spPr>
        <p:txBody>
          <a:bodyPr/>
          <a:lstStyle>
            <a:lvl1pPr>
              <a:defRPr lang="en-US" sz="16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  <a:ea typeface="+mn-ea"/>
                <a:cs typeface="+mn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/>
              <a:t>03</a:t>
            </a:r>
            <a:endParaRPr lang="en-US"/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583E9F89-41DE-2990-3F69-1B47D41F2BE5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553406" y="4615991"/>
            <a:ext cx="602086" cy="519893"/>
          </a:xfrm>
          <a:prstGeom prst="hexagon">
            <a:avLst/>
          </a:prstGeom>
          <a:solidFill>
            <a:srgbClr val="F5EFE2"/>
          </a:solidFill>
        </p:spPr>
        <p:txBody>
          <a:bodyPr/>
          <a:lstStyle>
            <a:lvl1pPr>
              <a:defRPr lang="en-US" sz="16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  <a:ea typeface="+mn-ea"/>
                <a:cs typeface="+mn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/>
              <a:t>04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F870D0-E875-E650-7E8B-387B42BD68B0}"/>
              </a:ext>
            </a:extLst>
          </p:cNvPr>
          <p:cNvSpPr/>
          <p:nvPr userDrawn="1"/>
        </p:nvSpPr>
        <p:spPr>
          <a:xfrm>
            <a:off x="0" y="6639421"/>
            <a:ext cx="12192000" cy="218579"/>
          </a:xfrm>
          <a:prstGeom prst="rect">
            <a:avLst/>
          </a:prstGeom>
          <a:solidFill>
            <a:srgbClr val="C8B182">
              <a:alpha val="43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Copyright © 202</a:t>
            </a:r>
            <a:r>
              <a:rPr lang="pl-PL" sz="800">
                <a:solidFill>
                  <a:schemeClr val="tx1"/>
                </a:solidFill>
              </a:rPr>
              <a:t>6 </a:t>
            </a:r>
            <a:r>
              <a:rPr lang="en-GB" sz="800">
                <a:solidFill>
                  <a:schemeClr val="tx1"/>
                </a:solidFill>
              </a:rPr>
              <a:t>by </a:t>
            </a:r>
            <a:r>
              <a:rPr lang="en-GB" sz="800" b="1">
                <a:solidFill>
                  <a:schemeClr val="tx1"/>
                </a:solidFill>
              </a:rPr>
              <a:t>Adaptive Group</a:t>
            </a:r>
            <a:r>
              <a:rPr lang="en-GB" sz="800">
                <a:solidFill>
                  <a:schemeClr val="tx1"/>
                </a:solidFill>
              </a:rPr>
              <a:t>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0787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4.xml"/><Relationship Id="rId21" Type="http://schemas.openxmlformats.org/officeDocument/2006/relationships/slideLayout" Target="../slideLayouts/slideLayout22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23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Relationship Id="rId22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D52D4A-AEF2-EACD-2676-A795EBC90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591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err="1"/>
              <a:t>Slide</a:t>
            </a:r>
            <a:r>
              <a:rPr lang="pl-PL"/>
              <a:t> Design </a:t>
            </a:r>
            <a:r>
              <a:rPr lang="pl-PL" err="1"/>
              <a:t>Guidelines</a:t>
            </a:r>
            <a:endParaRPr lang="pl-P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20F389-B3A0-9A5D-DFAC-D3EBB5FBF4E1}"/>
              </a:ext>
            </a:extLst>
          </p:cNvPr>
          <p:cNvSpPr txBox="1"/>
          <p:nvPr userDrawn="1"/>
        </p:nvSpPr>
        <p:spPr>
          <a:xfrm>
            <a:off x="231140" y="762000"/>
            <a:ext cx="11729720" cy="5906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l-PL" sz="1400" b="1" err="1">
                <a:latin typeface="Arial Nova Cond" panose="020B0506020202020204" pitchFamily="34" charset="0"/>
              </a:rPr>
              <a:t>Typography</a:t>
            </a:r>
            <a:r>
              <a:rPr lang="pl-PL" sz="1400" b="1">
                <a:latin typeface="Arial Nova Cond" panose="020B0506020202020204" pitchFamily="34" charset="0"/>
              </a:rPr>
              <a:t> &amp; </a:t>
            </a:r>
            <a:r>
              <a:rPr lang="pl-PL" sz="1400" b="1" err="1">
                <a:latin typeface="Arial Nova Cond" panose="020B0506020202020204" pitchFamily="34" charset="0"/>
              </a:rPr>
              <a:t>Readability</a:t>
            </a:r>
            <a:endParaRPr lang="pl-PL" sz="1400" b="1">
              <a:latin typeface="Arial Nova Cond" panose="020B0506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Font Choice:</a:t>
            </a:r>
            <a:r>
              <a:rPr lang="en-GB" sz="1400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 Use Arial Nova Cond.</a:t>
            </a:r>
            <a:endParaRPr lang="pl-PL" sz="1400" kern="1200">
              <a:solidFill>
                <a:schemeClr val="tx1"/>
              </a:solidFill>
              <a:effectLst/>
              <a:latin typeface="Arial Nova Cond" panose="020B0506020202020204" pitchFamily="34" charset="0"/>
              <a:ea typeface="+mn-ea"/>
              <a:cs typeface="+mn-cs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Minimum Sizes:</a:t>
            </a:r>
            <a:r>
              <a:rPr lang="en-GB" sz="1400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 </a:t>
            </a:r>
            <a:endParaRPr lang="pl-PL" sz="1400" kern="1200">
              <a:solidFill>
                <a:schemeClr val="tx1"/>
              </a:solidFill>
              <a:effectLst/>
              <a:latin typeface="Arial Nova Cond" panose="020B0506020202020204" pitchFamily="34" charset="0"/>
              <a:ea typeface="+mn-ea"/>
              <a:cs typeface="+mn-cs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400" b="1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Titles:</a:t>
            </a:r>
            <a:r>
              <a:rPr lang="en-GB" sz="1400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 36 pt</a:t>
            </a:r>
            <a:endParaRPr lang="pl-PL" sz="1400" kern="1200">
              <a:solidFill>
                <a:schemeClr val="tx1"/>
              </a:solidFill>
              <a:effectLst/>
              <a:latin typeface="Arial Nova Cond" panose="020B0506020202020204" pitchFamily="34" charset="0"/>
              <a:ea typeface="+mn-ea"/>
              <a:cs typeface="+mn-cs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l-PL" sz="1400" b="1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S</a:t>
            </a:r>
            <a:r>
              <a:rPr lang="en-GB" sz="1400" b="1" kern="1200" err="1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ubtitle</a:t>
            </a:r>
            <a:r>
              <a:rPr lang="en-GB" sz="1400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: 24</a:t>
            </a:r>
            <a:r>
              <a:rPr lang="pl-PL" sz="1400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 </a:t>
            </a:r>
            <a:r>
              <a:rPr lang="pl-PL" sz="1400" kern="1200" err="1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pt</a:t>
            </a:r>
            <a:endParaRPr lang="pl-PL" sz="1400" b="0" kern="1200">
              <a:solidFill>
                <a:schemeClr val="tx1"/>
              </a:solidFill>
              <a:effectLst/>
              <a:latin typeface="Arial Nova Cond" panose="020B0506020202020204" pitchFamily="34" charset="0"/>
              <a:ea typeface="+mn-ea"/>
              <a:cs typeface="+mn-cs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400" b="1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Body Text:</a:t>
            </a:r>
            <a:r>
              <a:rPr lang="en-GB" sz="1400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14-16 </a:t>
            </a:r>
            <a:r>
              <a:rPr lang="pl-PL" sz="1400" kern="1200" err="1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pt</a:t>
            </a:r>
            <a:r>
              <a:rPr lang="pl-PL" sz="1400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 </a:t>
            </a:r>
            <a:r>
              <a:rPr lang="en-GB" sz="1400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never go below 12 pt).</a:t>
            </a:r>
            <a:endParaRPr lang="pl-PL" sz="1400" kern="1200">
              <a:solidFill>
                <a:schemeClr val="tx1"/>
              </a:solidFill>
              <a:effectLst/>
              <a:latin typeface="Arial Nova Cond" panose="020B0506020202020204" pitchFamily="34" charset="0"/>
              <a:ea typeface="+mn-ea"/>
              <a:cs typeface="+mn-cs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Contrast:</a:t>
            </a:r>
            <a:r>
              <a:rPr lang="en-GB" sz="1400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 Ensure high contrast between text and background (e.g., dark blue text on a white/light grey background).</a:t>
            </a:r>
            <a:endParaRPr lang="pl-PL" sz="1400" kern="1200">
              <a:solidFill>
                <a:schemeClr val="tx1"/>
              </a:solidFill>
              <a:effectLst/>
              <a:latin typeface="Arial Nova Cond" panose="020B0506020202020204" pitchFamily="34" charset="0"/>
              <a:ea typeface="+mn-ea"/>
              <a:cs typeface="+mn-cs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Avoid </a:t>
            </a:r>
            <a:r>
              <a:rPr lang="en-GB" sz="1400" i="1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italic</a:t>
            </a:r>
            <a:r>
              <a:rPr lang="en-GB" sz="1400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.</a:t>
            </a:r>
            <a:endParaRPr lang="pl-PL" sz="1400" kern="1200">
              <a:solidFill>
                <a:schemeClr val="tx1"/>
              </a:solidFill>
              <a:effectLst/>
              <a:latin typeface="Arial Nova Cond" panose="020B0506020202020204" pitchFamily="34" charset="0"/>
              <a:ea typeface="+mn-ea"/>
              <a:cs typeface="+mn-cs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l-PL" sz="1400" b="0" kern="1200" err="1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Avoid</a:t>
            </a:r>
            <a:r>
              <a:rPr lang="pl-PL" sz="1400" b="0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 </a:t>
            </a:r>
            <a:r>
              <a:rPr lang="pl-PL" sz="1400" b="0" kern="1200" err="1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sentences</a:t>
            </a:r>
            <a:r>
              <a:rPr lang="pl-PL" sz="1400" b="0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, </a:t>
            </a:r>
            <a:r>
              <a:rPr lang="pl-PL" sz="1400" b="1" kern="1200" err="1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use</a:t>
            </a:r>
            <a:r>
              <a:rPr lang="pl-PL" sz="1400" b="1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 </a:t>
            </a:r>
            <a:r>
              <a:rPr lang="pl-PL" sz="1400" b="1" kern="1200" err="1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infinitives</a:t>
            </a:r>
            <a:r>
              <a:rPr lang="pl-PL" sz="1400" b="1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l-PL" sz="1400" b="1" kern="1200" err="1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Colors</a:t>
            </a:r>
            <a:r>
              <a:rPr lang="pl-PL" sz="1400" b="1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: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l-PL" sz="1400" kern="100">
                <a:solidFill>
                  <a:srgbClr val="B09247"/>
                </a:solidFill>
                <a:effectLst/>
                <a:latin typeface="Arial Nova Cond" panose="020B0506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#b09247</a:t>
            </a:r>
            <a:r>
              <a:rPr lang="pl-PL" sz="1400" kern="100">
                <a:effectLst/>
                <a:latin typeface="Arial Nova Cond" panose="020B0506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– </a:t>
            </a:r>
            <a:r>
              <a:rPr lang="pl-PL" sz="1400" kern="100" err="1">
                <a:effectLst/>
                <a:latin typeface="Arial Nova Cond" panose="020B0506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golden</a:t>
            </a:r>
            <a:endParaRPr lang="pl-PL" sz="1400" kern="100">
              <a:effectLst/>
              <a:latin typeface="Arial Nova Cond" panose="020B0506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l-PL" sz="1400" kern="100">
                <a:solidFill>
                  <a:srgbClr val="040404"/>
                </a:solidFill>
                <a:effectLst/>
                <a:latin typeface="Arial Nova Cond" panose="020B0506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#040404</a:t>
            </a:r>
            <a:r>
              <a:rPr lang="pl-PL" sz="1400" kern="100">
                <a:effectLst/>
                <a:latin typeface="Arial Nova Cond" panose="020B0506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– </a:t>
            </a:r>
            <a:r>
              <a:rPr lang="pl-PL" sz="1400" kern="100" err="1">
                <a:effectLst/>
                <a:latin typeface="Arial Nova Cond" panose="020B0506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black</a:t>
            </a:r>
            <a:endParaRPr lang="pl-PL" sz="1400" kern="100">
              <a:effectLst/>
              <a:latin typeface="Arial Nova Cond" panose="020B0506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l-PL" sz="1400" kern="100">
                <a:effectLst/>
                <a:latin typeface="Arial Nova Cond" panose="020B0506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#ffffff – </a:t>
            </a:r>
            <a:r>
              <a:rPr lang="pl-PL" sz="1400" kern="100" err="1">
                <a:effectLst/>
                <a:latin typeface="Arial Nova Cond" panose="020B0506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white</a:t>
            </a:r>
            <a:endParaRPr lang="pl-PL" sz="1400" kern="100">
              <a:effectLst/>
              <a:latin typeface="Arial Nova Cond" panose="020B0506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pl-PL" sz="1400" b="1" kern="100">
                <a:effectLst/>
                <a:latin typeface="Arial Nova Cond" panose="020B0506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Layout &amp; Content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White Space:</a:t>
            </a:r>
            <a:r>
              <a:rPr lang="en-GB" sz="1400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 Leave "breathing room" around the edges. Do not crowd the slides with heavy borders.</a:t>
            </a:r>
            <a:endParaRPr lang="pl-PL" sz="1400" b="0" kern="1200">
              <a:solidFill>
                <a:schemeClr val="tx1"/>
              </a:solidFill>
              <a:effectLst/>
              <a:latin typeface="Arial Nova Cond" panose="020B0506020202020204" pitchFamily="34" charset="0"/>
              <a:ea typeface="+mn-ea"/>
              <a:cs typeface="+mn-cs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l-PL" sz="1400" b="1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A</a:t>
            </a:r>
            <a:r>
              <a:rPr lang="en-GB" sz="1400" b="1" kern="1200" err="1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lignment</a:t>
            </a:r>
            <a:r>
              <a:rPr lang="en-GB" sz="1400" b="1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:</a:t>
            </a:r>
            <a:r>
              <a:rPr lang="en-GB" sz="1400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 Use consistent left-alignment for text blocks to improve reading speed.</a:t>
            </a:r>
            <a:endParaRPr lang="pl-PL" sz="1400" kern="1200">
              <a:solidFill>
                <a:schemeClr val="tx1"/>
              </a:solidFill>
              <a:effectLst/>
              <a:latin typeface="Arial Nova Cond" panose="020B0506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pl-PL" sz="1400" b="1" i="0" kern="100" err="1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Times New Roman" panose="02020603050405020304" pitchFamily="18" charset="0"/>
              </a:rPr>
              <a:t>Visuals</a:t>
            </a:r>
            <a:r>
              <a:rPr lang="pl-PL" sz="1400" b="1" i="0" kern="1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Times New Roman" panose="02020603050405020304" pitchFamily="18" charset="0"/>
              </a:rPr>
              <a:t> &amp; Accessibility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Avoid Distractions:</a:t>
            </a:r>
            <a:r>
              <a:rPr lang="en-GB" sz="1400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 Do not use flashing, flickering, or rapidly looping animations (to prevent cognitive overload and ensure seizure safety).</a:t>
            </a:r>
            <a:endParaRPr lang="pl-PL" sz="1400" b="0" kern="1200">
              <a:solidFill>
                <a:schemeClr val="tx1"/>
              </a:solidFill>
              <a:effectLst/>
              <a:latin typeface="Arial Nova Cond" panose="020B0506020202020204" pitchFamily="34" charset="0"/>
              <a:ea typeface="+mn-ea"/>
              <a:cs typeface="+mn-cs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Image Quality:</a:t>
            </a:r>
            <a:r>
              <a:rPr lang="en-GB" sz="1400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 Use high-resolution photography only. Avoid "clip art" or watermarked images.</a:t>
            </a:r>
            <a:endParaRPr lang="pl-PL" sz="1400" b="0" kern="1200">
              <a:solidFill>
                <a:schemeClr val="tx1"/>
              </a:solidFill>
              <a:effectLst/>
              <a:latin typeface="Arial Nova Cond" panose="020B0506020202020204" pitchFamily="34" charset="0"/>
              <a:ea typeface="+mn-ea"/>
              <a:cs typeface="+mn-cs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l-PL" sz="1400" b="1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I</a:t>
            </a:r>
            <a:r>
              <a:rPr lang="en-GB" sz="1400" b="1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llustrate:</a:t>
            </a:r>
            <a:r>
              <a:rPr lang="en-GB" sz="1400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 </a:t>
            </a:r>
            <a:r>
              <a:rPr lang="en-US" sz="1400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It must enhance and support what you are saying.</a:t>
            </a:r>
            <a:endParaRPr lang="pl-PL" sz="1400" b="0" kern="1200">
              <a:solidFill>
                <a:schemeClr val="tx1"/>
              </a:solidFill>
              <a:effectLst/>
              <a:latin typeface="Arial Nova Cond" panose="020B0506020202020204" pitchFamily="34" charset="0"/>
              <a:ea typeface="+mn-ea"/>
              <a:cs typeface="+mn-cs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Animation</a:t>
            </a:r>
            <a:r>
              <a:rPr lang="en-US" sz="1400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: Avoid over complex animations, make sure it is helping, they should not distract from what you are saying</a:t>
            </a:r>
            <a:endParaRPr lang="pl-PL" sz="1400" b="0" kern="1200">
              <a:solidFill>
                <a:schemeClr val="tx1"/>
              </a:solidFill>
              <a:effectLst/>
              <a:latin typeface="Arial Nova Cond" panose="020B0506020202020204" pitchFamily="34" charset="0"/>
              <a:ea typeface="+mn-ea"/>
              <a:cs typeface="+mn-cs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b="1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Consistency:</a:t>
            </a:r>
            <a:r>
              <a:rPr lang="en-GB" sz="1400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 Every slide must follow the Master Slide layout (logo in the same spot, consistent heading placement).</a:t>
            </a:r>
            <a:endParaRPr lang="pl-PL" sz="1400" b="0" kern="1200">
              <a:solidFill>
                <a:schemeClr val="tx1"/>
              </a:solidFill>
              <a:effectLst/>
              <a:latin typeface="Arial Nova Cond" panose="020B0506020202020204" pitchFamily="34" charset="0"/>
              <a:ea typeface="+mn-ea"/>
              <a:cs typeface="+mn-cs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Less is more!:</a:t>
            </a:r>
            <a:r>
              <a:rPr lang="en-US" sz="1400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 Eyesight is main source of information – important to only have a few things on a slide – not too much text, etc.</a:t>
            </a:r>
            <a:endParaRPr lang="pl-PL" sz="1400" b="0" kern="1200">
              <a:solidFill>
                <a:schemeClr val="tx1"/>
              </a:solidFill>
              <a:effectLst/>
              <a:latin typeface="Arial Nova Cond" panose="020B0506020202020204" pitchFamily="34" charset="0"/>
              <a:ea typeface="+mn-ea"/>
              <a:cs typeface="+mn-cs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Text boxes</a:t>
            </a:r>
            <a:r>
              <a:rPr lang="en-US" sz="1400" kern="1200">
                <a:solidFill>
                  <a:schemeClr val="tx1"/>
                </a:solidFill>
                <a:effectLst/>
                <a:latin typeface="Arial Nova Cond" panose="020B0506020202020204" pitchFamily="34" charset="0"/>
                <a:ea typeface="+mn-ea"/>
                <a:cs typeface="+mn-cs"/>
              </a:rPr>
              <a:t>: 3d or shadow effect.</a:t>
            </a:r>
            <a:endParaRPr lang="pl-PL" sz="1400" kern="100">
              <a:effectLst/>
              <a:latin typeface="Arial Nova Cond" panose="020B0506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l-PL" sz="1400" b="1">
                <a:latin typeface="Arial Nova Cond" panose="020B0506020202020204" pitchFamily="34" charset="0"/>
              </a:rPr>
              <a:t>U</a:t>
            </a:r>
            <a:r>
              <a:rPr lang="en-US" sz="1400" b="1">
                <a:latin typeface="Arial Nova Cond" panose="020B0506020202020204" pitchFamily="34" charset="0"/>
              </a:rPr>
              <a:t>se max 6 bullets </a:t>
            </a:r>
            <a:r>
              <a:rPr lang="en-US" sz="1400" b="0">
                <a:latin typeface="Arial Nova Cond" panose="020B0506020202020204" pitchFamily="34" charset="0"/>
              </a:rPr>
              <a:t>on the slide and 6 words in it</a:t>
            </a:r>
            <a:endParaRPr lang="pl-PL" sz="1400" b="0">
              <a:latin typeface="Arial Nova Cond" panose="020B0506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l-PL" sz="1400"/>
          </a:p>
        </p:txBody>
      </p:sp>
    </p:spTree>
    <p:extLst>
      <p:ext uri="{BB962C8B-B14F-4D97-AF65-F5344CB8AC3E}">
        <p14:creationId xmlns:p14="http://schemas.microsoft.com/office/powerpoint/2010/main" val="2165689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14350" indent="-514350" algn="l" defTabSz="914400" rtl="0" eaLnBrk="1" latinLnBrk="0" hangingPunct="1">
        <a:lnSpc>
          <a:spcPct val="90000"/>
        </a:lnSpc>
        <a:spcBef>
          <a:spcPts val="1000"/>
        </a:spcBef>
        <a:buFont typeface="+mj-lt"/>
        <a:buAutoNum type="arabicPeriod"/>
        <a:defRPr lang="pl-PL" sz="3300" b="1" kern="1200" dirty="0" smtClean="0">
          <a:solidFill>
            <a:schemeClr val="tx1"/>
          </a:solidFill>
          <a:latin typeface="Arial Nova Cond" panose="020B0506020202020204" pitchFamily="34" charset="0"/>
          <a:ea typeface="+mn-ea"/>
          <a:cs typeface="+mn-cs"/>
        </a:defRPr>
      </a:lvl1pPr>
      <a:lvl2pPr marL="6858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lang="en-GB" sz="100" b="0" i="0" kern="1200" smtClean="0">
          <a:solidFill>
            <a:schemeClr val="tx1"/>
          </a:solidFill>
          <a:effectLst/>
          <a:latin typeface="Arial Nova Cond" panose="020B0506020202020204" pitchFamily="34" charset="0"/>
          <a:ea typeface="+mn-ea"/>
          <a:cs typeface="+mn-cs"/>
        </a:defRPr>
      </a:lvl2pPr>
      <a:lvl3pPr marL="914400" marR="0" indent="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lang="pl-PL" sz="1900" kern="1200" smtClean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2644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3" r:id="rId1"/>
    <p:sldLayoutId id="2147484527" r:id="rId2"/>
    <p:sldLayoutId id="2147484530" r:id="rId3"/>
    <p:sldLayoutId id="2147484528" r:id="rId4"/>
    <p:sldLayoutId id="2147484531" r:id="rId5"/>
    <p:sldLayoutId id="2147484523" r:id="rId6"/>
    <p:sldLayoutId id="2147484520" r:id="rId7"/>
    <p:sldLayoutId id="2147484524" r:id="rId8"/>
    <p:sldLayoutId id="2147484525" r:id="rId9"/>
    <p:sldLayoutId id="2147484532" r:id="rId10"/>
    <p:sldLayoutId id="2147484522" r:id="rId11"/>
    <p:sldLayoutId id="2147484526" r:id="rId12"/>
    <p:sldLayoutId id="2147484504" r:id="rId13"/>
    <p:sldLayoutId id="2147484521" r:id="rId14"/>
    <p:sldLayoutId id="2147484507" r:id="rId15"/>
    <p:sldLayoutId id="2147484505" r:id="rId16"/>
    <p:sldLayoutId id="2147484529" r:id="rId17"/>
    <p:sldLayoutId id="2147484487" r:id="rId18"/>
    <p:sldLayoutId id="2147484512" r:id="rId19"/>
    <p:sldLayoutId id="2147484514" r:id="rId20"/>
    <p:sldLayoutId id="2147484506" r:id="rId21"/>
    <p:sldLayoutId id="2147484485" r:id="rId22"/>
    <p:sldLayoutId id="2147484508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6600" kern="1200">
          <a:solidFill>
            <a:schemeClr val="tx1">
              <a:lumMod val="75000"/>
              <a:lumOff val="25000"/>
            </a:schemeClr>
          </a:solidFill>
          <a:latin typeface="Arial Nova Cond" panose="020B0506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6829F2-2346-3CF4-C5D2-4C8917478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/>
              <a:t>Design Guidelines</a:t>
            </a:r>
          </a:p>
        </p:txBody>
      </p:sp>
    </p:spTree>
    <p:extLst>
      <p:ext uri="{BB962C8B-B14F-4D97-AF65-F5344CB8AC3E}">
        <p14:creationId xmlns:p14="http://schemas.microsoft.com/office/powerpoint/2010/main" val="583091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5251F-AEB8-8373-90D8-38296315F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43829F0E-1B75-2D81-C6ED-43F2FFC8E1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>
              <a:solidFill>
                <a:srgbClr val="B09247"/>
              </a:solidFill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0FB7AAF7-AEA8-9623-6AFB-EE659B0C53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90CD98F9-9C58-B44D-838F-EB0024AF7ECD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9321768" y="3858357"/>
            <a:ext cx="1796179" cy="1744178"/>
          </a:xfrm>
          <a:prstGeom prst="ellipse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5D4261C-D668-720A-C971-2B0391E429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anchor="b">
            <a:normAutofit/>
          </a:bodyPr>
          <a:lstStyle/>
          <a:p>
            <a:endParaRPr lang="en-GB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95921B5-E9B8-1637-B545-ADECADE9DB6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96255" y="6012713"/>
            <a:ext cx="3647204" cy="396965"/>
          </a:xfrm>
        </p:spPr>
        <p:txBody>
          <a:bodyPr/>
          <a:lstStyle/>
          <a:p>
            <a:endParaRPr lang="en-GB" i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BEF7A1C-70EF-E4FA-F200-F972B3374C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0804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D8745E-C28E-876E-0079-9B8D81DFBA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69C6CA-FAF4-4200-6D97-B3AFDEDF34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EBDA9F5-3A6F-CE25-7717-4C2444DBD69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A90DE4-D440-2EF0-49B8-82FC4F57078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1E9BCA9-6186-A38A-3919-58278405988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6C7C59-A2D6-68B5-04EE-5B54799105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2943AB4-9F8D-5F9F-A08C-F7B8C388BDF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47239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59596B-D98F-6262-4616-E99CFC66DC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94DE80C-F1A1-F9CB-9E01-E7771ECCE0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77D6C-0718-DD82-685C-8A6164E71C4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D73505A-8301-6F12-2910-E8C3BC41454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4AC394E-4F06-83CF-1B42-A68BE92EEC4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8172C84-573C-ACF8-1D5B-0896DD1992B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5A44746-FACD-116A-EEE0-6F2CB80B35C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06366884-765E-AC54-F963-2DB0A62D90B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4DF1069-C1D8-28D9-9A20-D878CCD992B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3196BB9-F361-427B-6FB6-5CF37EFC411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6182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E2DB270-F660-862E-D4DA-1501FB57D8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7553274-B6F1-C816-BCA4-EFBAC0BAC0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7E8C5D2-FACF-D6A3-3A9C-8FF104334C9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2B698F3-A7C6-D2B1-F3BB-014C1131C8B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51D783-4973-04AC-3B56-EA4B8A4F05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1154406-9525-D5B5-44DB-C0870E27FF4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7C234CB-0B85-36DF-AE81-45A0941C6D9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09707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38390FC-AE7D-20ED-FCBB-543AA2D09E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B4122CE-5EC8-41F0-13D4-CA355E35DDC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ABB1944-C293-AF0F-0340-F07F39D71F9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4A9040D-F4A6-43B0-885E-8800A57332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64DCC74-82D8-418B-AB7B-6B1C1BCFA6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C84E7B6-A36E-F38E-5D2B-DDC44AE7ECD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5A8294F-A795-F412-9CF6-39D92E0E539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EC8D5554-10FD-5EF0-EB56-6C07D53BF16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BE0715E-83CA-F1C8-C279-BB7CC0DBF52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5D71EA83-16F7-9870-94B4-8591059090E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83249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2261C6-2A8A-FFAC-2213-F6A24DA6686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251E6E2-EA60-4E45-2362-4A6DC0BE84E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48C60E1-D0E5-093A-761F-5206CE246C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1" name="Online Image Placeholder 10">
            <a:extLst>
              <a:ext uri="{FF2B5EF4-FFF2-40B4-BE49-F238E27FC236}">
                <a16:creationId xmlns:a16="http://schemas.microsoft.com/office/drawing/2014/main" id="{C754F1AE-8DE4-5374-4227-EBB83EA359CF}"/>
              </a:ext>
            </a:extLst>
          </p:cNvPr>
          <p:cNvSpPr>
            <a:spLocks noGrp="1"/>
          </p:cNvSpPr>
          <p:nvPr>
            <p:ph type="clipArt" sz="quarter" idx="29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2" name="Online Image Placeholder 11">
            <a:extLst>
              <a:ext uri="{FF2B5EF4-FFF2-40B4-BE49-F238E27FC236}">
                <a16:creationId xmlns:a16="http://schemas.microsoft.com/office/drawing/2014/main" id="{4CCD8016-789E-A6F3-7A71-83A71C02A25D}"/>
              </a:ext>
            </a:extLst>
          </p:cNvPr>
          <p:cNvSpPr>
            <a:spLocks noGrp="1"/>
          </p:cNvSpPr>
          <p:nvPr>
            <p:ph type="clipArt" sz="quarter" idx="3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3" name="Online Image Placeholder 12">
            <a:extLst>
              <a:ext uri="{FF2B5EF4-FFF2-40B4-BE49-F238E27FC236}">
                <a16:creationId xmlns:a16="http://schemas.microsoft.com/office/drawing/2014/main" id="{B6378C04-FD86-E12E-D29D-0880A5D937DB}"/>
              </a:ext>
            </a:extLst>
          </p:cNvPr>
          <p:cNvSpPr>
            <a:spLocks noGrp="1"/>
          </p:cNvSpPr>
          <p:nvPr>
            <p:ph type="clipArt" sz="quarter" idx="3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73405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34981F-4067-184C-3A62-FB09AFC008D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A1564-CAFB-310B-C5D2-E5231340B3A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C50344-0192-2426-EBB4-3662F08F31B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0F54B1-561B-7D9B-B2D6-B0C4C502FF8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87895D-B1AB-79D2-0FF9-8F5093BA67A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Online Image Placeholder 6">
            <a:extLst>
              <a:ext uri="{FF2B5EF4-FFF2-40B4-BE49-F238E27FC236}">
                <a16:creationId xmlns:a16="http://schemas.microsoft.com/office/drawing/2014/main" id="{12C54F41-67DB-AAAB-A08C-3EAB524DDD84}"/>
              </a:ext>
            </a:extLst>
          </p:cNvPr>
          <p:cNvSpPr>
            <a:spLocks noGrp="1"/>
          </p:cNvSpPr>
          <p:nvPr>
            <p:ph type="clipArt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Online Image Placeholder 7">
            <a:extLst>
              <a:ext uri="{FF2B5EF4-FFF2-40B4-BE49-F238E27FC236}">
                <a16:creationId xmlns:a16="http://schemas.microsoft.com/office/drawing/2014/main" id="{AACFE599-CC74-A413-96C4-1FF2A0ED75DF}"/>
              </a:ext>
            </a:extLst>
          </p:cNvPr>
          <p:cNvSpPr>
            <a:spLocks noGrp="1"/>
          </p:cNvSpPr>
          <p:nvPr>
            <p:ph type="clipArt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Online Image Placeholder 8">
            <a:extLst>
              <a:ext uri="{FF2B5EF4-FFF2-40B4-BE49-F238E27FC236}">
                <a16:creationId xmlns:a16="http://schemas.microsoft.com/office/drawing/2014/main" id="{0CDEC39E-B2F3-336C-5AF0-987FD63C1A0C}"/>
              </a:ext>
            </a:extLst>
          </p:cNvPr>
          <p:cNvSpPr>
            <a:spLocks noGrp="1"/>
          </p:cNvSpPr>
          <p:nvPr>
            <p:ph type="clipArt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B7A2E1C4-C532-77D9-4D1C-1C4D8694896E}"/>
              </a:ext>
            </a:extLst>
          </p:cNvPr>
          <p:cNvSpPr>
            <a:spLocks noGrp="1"/>
          </p:cNvSpPr>
          <p:nvPr>
            <p:ph type="clipArt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Online Image Placeholder 10">
            <a:extLst>
              <a:ext uri="{FF2B5EF4-FFF2-40B4-BE49-F238E27FC236}">
                <a16:creationId xmlns:a16="http://schemas.microsoft.com/office/drawing/2014/main" id="{4C1BD92E-59C0-02DE-F2C8-A35548615FF4}"/>
              </a:ext>
            </a:extLst>
          </p:cNvPr>
          <p:cNvSpPr>
            <a:spLocks noGrp="1"/>
          </p:cNvSpPr>
          <p:nvPr>
            <p:ph type="clipArt" sz="quarter" idx="3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010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03111C-9F77-F9EA-B265-A5E12F5DC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3" name="Online Image Placeholder 12">
            <a:extLst>
              <a:ext uri="{FF2B5EF4-FFF2-40B4-BE49-F238E27FC236}">
                <a16:creationId xmlns:a16="http://schemas.microsoft.com/office/drawing/2014/main" id="{831D053A-F011-EC5A-E0A0-B0FB2E34A169}"/>
              </a:ext>
            </a:extLst>
          </p:cNvPr>
          <p:cNvSpPr>
            <a:spLocks noGrp="1"/>
          </p:cNvSpPr>
          <p:nvPr>
            <p:ph type="clipArt" sz="quarter" idx="29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4" name="Online Image Placeholder 13">
            <a:extLst>
              <a:ext uri="{FF2B5EF4-FFF2-40B4-BE49-F238E27FC236}">
                <a16:creationId xmlns:a16="http://schemas.microsoft.com/office/drawing/2014/main" id="{DCBF5D61-BAEC-DC0B-E7F7-5052D1781BBD}"/>
              </a:ext>
            </a:extLst>
          </p:cNvPr>
          <p:cNvSpPr>
            <a:spLocks noGrp="1"/>
          </p:cNvSpPr>
          <p:nvPr>
            <p:ph type="clipArt" sz="quarter" idx="3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5" name="Online Image Placeholder 14">
            <a:extLst>
              <a:ext uri="{FF2B5EF4-FFF2-40B4-BE49-F238E27FC236}">
                <a16:creationId xmlns:a16="http://schemas.microsoft.com/office/drawing/2014/main" id="{5FBDB896-13B4-FE10-1A95-0AB611CB28EF}"/>
              </a:ext>
            </a:extLst>
          </p:cNvPr>
          <p:cNvSpPr>
            <a:spLocks noGrp="1"/>
          </p:cNvSpPr>
          <p:nvPr>
            <p:ph type="clipArt" sz="quarter" idx="3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6" name="Online Image Placeholder 15">
            <a:extLst>
              <a:ext uri="{FF2B5EF4-FFF2-40B4-BE49-F238E27FC236}">
                <a16:creationId xmlns:a16="http://schemas.microsoft.com/office/drawing/2014/main" id="{8DC43536-33C3-9CC7-33B4-99D2483F9A05}"/>
              </a:ext>
            </a:extLst>
          </p:cNvPr>
          <p:cNvSpPr>
            <a:spLocks noGrp="1"/>
          </p:cNvSpPr>
          <p:nvPr>
            <p:ph type="clipArt" sz="quarter" idx="3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7" name="Online Image Placeholder 16">
            <a:extLst>
              <a:ext uri="{FF2B5EF4-FFF2-40B4-BE49-F238E27FC236}">
                <a16:creationId xmlns:a16="http://schemas.microsoft.com/office/drawing/2014/main" id="{B41EC24C-73BB-95D8-F9D7-6593DBC1E468}"/>
              </a:ext>
            </a:extLst>
          </p:cNvPr>
          <p:cNvSpPr>
            <a:spLocks noGrp="1"/>
          </p:cNvSpPr>
          <p:nvPr>
            <p:ph type="clipArt" sz="quarter" idx="33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8" name="Online Image Placeholder 17">
            <a:extLst>
              <a:ext uri="{FF2B5EF4-FFF2-40B4-BE49-F238E27FC236}">
                <a16:creationId xmlns:a16="http://schemas.microsoft.com/office/drawing/2014/main" id="{CA39B4D4-7DFD-5174-5DE9-79594C21A6B4}"/>
              </a:ext>
            </a:extLst>
          </p:cNvPr>
          <p:cNvSpPr>
            <a:spLocks noGrp="1"/>
          </p:cNvSpPr>
          <p:nvPr>
            <p:ph type="clipArt" sz="quarter" idx="34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9" name="Online Image Placeholder 18">
            <a:extLst>
              <a:ext uri="{FF2B5EF4-FFF2-40B4-BE49-F238E27FC236}">
                <a16:creationId xmlns:a16="http://schemas.microsoft.com/office/drawing/2014/main" id="{EA407392-4478-CDF4-B460-FEE4429939E6}"/>
              </a:ext>
            </a:extLst>
          </p:cNvPr>
          <p:cNvSpPr>
            <a:spLocks noGrp="1"/>
          </p:cNvSpPr>
          <p:nvPr>
            <p:ph type="clipArt" sz="quarter" idx="35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0" name="Online Image Placeholder 19">
            <a:extLst>
              <a:ext uri="{FF2B5EF4-FFF2-40B4-BE49-F238E27FC236}">
                <a16:creationId xmlns:a16="http://schemas.microsoft.com/office/drawing/2014/main" id="{04DA3F49-5FA3-EA97-BF71-66237D4FB374}"/>
              </a:ext>
            </a:extLst>
          </p:cNvPr>
          <p:cNvSpPr>
            <a:spLocks noGrp="1"/>
          </p:cNvSpPr>
          <p:nvPr>
            <p:ph type="clipArt" sz="quarter" idx="36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0010321F-4055-683D-93C7-4DBD0557477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D46AB9A-F2A1-0632-B5E6-DB66DEB8524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3F24E30-A36D-6982-EF36-8201F99D814C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69B10C3-57D3-D9AE-1F3F-24B23A9486B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221C13B-927C-58BF-C88C-D956A563BC04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ECEB604C-E633-BFDE-607A-BAC6D589C5F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19B95CC6-6F4F-07F9-C893-5262E66B8E4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68498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020EA0-CF74-30C6-8C5B-473B6892307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0B37A-3FE3-181F-93CF-E3D49CADFBA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92B45-B88B-FFB2-162E-1BCD5FB6F7E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DDD466-7565-ABD9-EEED-D179597F10A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D346535-246E-85FC-DFA7-3A7699A39FA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Online Image Placeholder 6">
            <a:extLst>
              <a:ext uri="{FF2B5EF4-FFF2-40B4-BE49-F238E27FC236}">
                <a16:creationId xmlns:a16="http://schemas.microsoft.com/office/drawing/2014/main" id="{3607F6C5-45C3-E268-F04C-BFF362FEFF59}"/>
              </a:ext>
            </a:extLst>
          </p:cNvPr>
          <p:cNvSpPr>
            <a:spLocks noGrp="1"/>
          </p:cNvSpPr>
          <p:nvPr>
            <p:ph type="clipArt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Online Image Placeholder 7">
            <a:extLst>
              <a:ext uri="{FF2B5EF4-FFF2-40B4-BE49-F238E27FC236}">
                <a16:creationId xmlns:a16="http://schemas.microsoft.com/office/drawing/2014/main" id="{47DD7445-785F-1E04-9E33-45479E904933}"/>
              </a:ext>
            </a:extLst>
          </p:cNvPr>
          <p:cNvSpPr>
            <a:spLocks noGrp="1"/>
          </p:cNvSpPr>
          <p:nvPr>
            <p:ph type="clipArt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Online Image Placeholder 8">
            <a:extLst>
              <a:ext uri="{FF2B5EF4-FFF2-40B4-BE49-F238E27FC236}">
                <a16:creationId xmlns:a16="http://schemas.microsoft.com/office/drawing/2014/main" id="{56C328FF-4DBA-3918-160C-366847D1BA27}"/>
              </a:ext>
            </a:extLst>
          </p:cNvPr>
          <p:cNvSpPr>
            <a:spLocks noGrp="1"/>
          </p:cNvSpPr>
          <p:nvPr>
            <p:ph type="clipArt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42FC3583-C628-6A03-43F4-E2168F4912B3}"/>
              </a:ext>
            </a:extLst>
          </p:cNvPr>
          <p:cNvSpPr>
            <a:spLocks noGrp="1"/>
          </p:cNvSpPr>
          <p:nvPr>
            <p:ph type="clipArt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Online Image Placeholder 10">
            <a:extLst>
              <a:ext uri="{FF2B5EF4-FFF2-40B4-BE49-F238E27FC236}">
                <a16:creationId xmlns:a16="http://schemas.microsoft.com/office/drawing/2014/main" id="{6B50C119-9D45-100A-7CC7-7B2B23F031D5}"/>
              </a:ext>
            </a:extLst>
          </p:cNvPr>
          <p:cNvSpPr>
            <a:spLocks noGrp="1"/>
          </p:cNvSpPr>
          <p:nvPr>
            <p:ph type="clipArt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AF1AC1-F0CB-9063-AE82-19539F8C056F}"/>
              </a:ext>
            </a:extLst>
          </p:cNvPr>
          <p:cNvSpPr>
            <a:spLocks/>
          </p:cNvSpPr>
          <p:nvPr/>
        </p:nvSpPr>
        <p:spPr>
          <a:xfrm>
            <a:off x="1463" y="1370559"/>
            <a:ext cx="7128000" cy="5220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472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B07FD86-4FF4-A0C0-285A-8CEDC48CD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8" name="Online Image Placeholder 7">
            <a:extLst>
              <a:ext uri="{FF2B5EF4-FFF2-40B4-BE49-F238E27FC236}">
                <a16:creationId xmlns:a16="http://schemas.microsoft.com/office/drawing/2014/main" id="{B1087A91-2E46-DE2F-3B3B-6E8122689A81}"/>
              </a:ext>
            </a:extLst>
          </p:cNvPr>
          <p:cNvSpPr>
            <a:spLocks noGrp="1"/>
          </p:cNvSpPr>
          <p:nvPr>
            <p:ph type="clipArt" sz="quarter" idx="3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Online Image Placeholder 8">
            <a:extLst>
              <a:ext uri="{FF2B5EF4-FFF2-40B4-BE49-F238E27FC236}">
                <a16:creationId xmlns:a16="http://schemas.microsoft.com/office/drawing/2014/main" id="{622F2F77-63BB-F351-B4BA-0F547007136A}"/>
              </a:ext>
            </a:extLst>
          </p:cNvPr>
          <p:cNvSpPr>
            <a:spLocks noGrp="1"/>
          </p:cNvSpPr>
          <p:nvPr>
            <p:ph type="clipArt" sz="quarter" idx="3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1A47FD92-0468-F0F3-488F-3E9A7CB0A300}"/>
              </a:ext>
            </a:extLst>
          </p:cNvPr>
          <p:cNvSpPr>
            <a:spLocks noGrp="1"/>
          </p:cNvSpPr>
          <p:nvPr>
            <p:ph type="clipArt" sz="quarter" idx="3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1F66B2-735A-26E1-9961-C4BC51DCA7A4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51095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A1BB9-5F2C-1F4B-5383-E6E9AC8D3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Online Image Placeholder 2">
            <a:extLst>
              <a:ext uri="{FF2B5EF4-FFF2-40B4-BE49-F238E27FC236}">
                <a16:creationId xmlns:a16="http://schemas.microsoft.com/office/drawing/2014/main" id="{7D4E41C9-5BFE-F0D6-4F21-7CCA2334CF32}"/>
              </a:ext>
            </a:extLst>
          </p:cNvPr>
          <p:cNvSpPr>
            <a:spLocks noGrp="1"/>
          </p:cNvSpPr>
          <p:nvPr>
            <p:ph type="clipArt" sz="quarter" idx="3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49438D90-D2B9-A1DC-1DD9-1331CDB5AF4B}"/>
              </a:ext>
            </a:extLst>
          </p:cNvPr>
          <p:cNvSpPr>
            <a:spLocks noGrp="1"/>
          </p:cNvSpPr>
          <p:nvPr>
            <p:ph type="clipArt" sz="quarter" idx="3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Online Image Placeholder 4">
            <a:extLst>
              <a:ext uri="{FF2B5EF4-FFF2-40B4-BE49-F238E27FC236}">
                <a16:creationId xmlns:a16="http://schemas.microsoft.com/office/drawing/2014/main" id="{6344C820-891E-AEAD-DC20-793B7D196CF0}"/>
              </a:ext>
            </a:extLst>
          </p:cNvPr>
          <p:cNvSpPr>
            <a:spLocks noGrp="1"/>
          </p:cNvSpPr>
          <p:nvPr>
            <p:ph type="clipArt" sz="quarter" idx="3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21B3788-C556-ABD8-1378-0FA944F8C2E9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886A43-4E9A-B2E0-5264-3A9AE3645F43}"/>
              </a:ext>
            </a:extLst>
          </p:cNvPr>
          <p:cNvSpPr>
            <a:spLocks/>
          </p:cNvSpPr>
          <p:nvPr/>
        </p:nvSpPr>
        <p:spPr>
          <a:xfrm>
            <a:off x="41095" y="2664542"/>
            <a:ext cx="1276427" cy="395498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9099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868666BF-A865-AD7A-46DB-CD6AE31B8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0" name="Online Image Placeholder 19">
            <a:extLst>
              <a:ext uri="{FF2B5EF4-FFF2-40B4-BE49-F238E27FC236}">
                <a16:creationId xmlns:a16="http://schemas.microsoft.com/office/drawing/2014/main" id="{6A2C616B-C8EF-9684-952F-4747A57E492B}"/>
              </a:ext>
            </a:extLst>
          </p:cNvPr>
          <p:cNvSpPr>
            <a:spLocks noGrp="1"/>
          </p:cNvSpPr>
          <p:nvPr>
            <p:ph type="clipArt" sz="quarter" idx="29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1" name="Online Image Placeholder 20">
            <a:extLst>
              <a:ext uri="{FF2B5EF4-FFF2-40B4-BE49-F238E27FC236}">
                <a16:creationId xmlns:a16="http://schemas.microsoft.com/office/drawing/2014/main" id="{42060565-D890-20A8-EA5B-46B8C5809101}"/>
              </a:ext>
            </a:extLst>
          </p:cNvPr>
          <p:cNvSpPr>
            <a:spLocks noGrp="1"/>
          </p:cNvSpPr>
          <p:nvPr>
            <p:ph type="clipArt" sz="quarter" idx="3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2" name="Online Image Placeholder 21">
            <a:extLst>
              <a:ext uri="{FF2B5EF4-FFF2-40B4-BE49-F238E27FC236}">
                <a16:creationId xmlns:a16="http://schemas.microsoft.com/office/drawing/2014/main" id="{65583859-43E6-8C48-F036-F87240DDB6E1}"/>
              </a:ext>
            </a:extLst>
          </p:cNvPr>
          <p:cNvSpPr>
            <a:spLocks noGrp="1"/>
          </p:cNvSpPr>
          <p:nvPr>
            <p:ph type="clipArt" sz="quarter" idx="3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3" name="Online Image Placeholder 22">
            <a:extLst>
              <a:ext uri="{FF2B5EF4-FFF2-40B4-BE49-F238E27FC236}">
                <a16:creationId xmlns:a16="http://schemas.microsoft.com/office/drawing/2014/main" id="{680A4A6C-3A7D-9EE6-997A-5DD9025D6C19}"/>
              </a:ext>
            </a:extLst>
          </p:cNvPr>
          <p:cNvSpPr>
            <a:spLocks noGrp="1"/>
          </p:cNvSpPr>
          <p:nvPr>
            <p:ph type="clipArt" sz="quarter" idx="3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4" name="Online Image Placeholder 23">
            <a:extLst>
              <a:ext uri="{FF2B5EF4-FFF2-40B4-BE49-F238E27FC236}">
                <a16:creationId xmlns:a16="http://schemas.microsoft.com/office/drawing/2014/main" id="{B8EA756E-2B11-6C5F-3EF0-2CC3DC55DFC8}"/>
              </a:ext>
            </a:extLst>
          </p:cNvPr>
          <p:cNvSpPr>
            <a:spLocks noGrp="1"/>
          </p:cNvSpPr>
          <p:nvPr>
            <p:ph type="clipArt" sz="quarter" idx="33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7DE1B17-336F-6AFA-CA3B-58492AAF87F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7E0D29-FA5D-3D2E-C37C-782F0AA855AC}"/>
              </a:ext>
            </a:extLst>
          </p:cNvPr>
          <p:cNvSpPr>
            <a:spLocks/>
          </p:cNvSpPr>
          <p:nvPr/>
        </p:nvSpPr>
        <p:spPr>
          <a:xfrm>
            <a:off x="0" y="1438656"/>
            <a:ext cx="1322832" cy="5180866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958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AE6FC-C880-EB4F-FC40-6014D8EBC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Online Image Placeholder 2">
            <a:extLst>
              <a:ext uri="{FF2B5EF4-FFF2-40B4-BE49-F238E27FC236}">
                <a16:creationId xmlns:a16="http://schemas.microsoft.com/office/drawing/2014/main" id="{45CFC6EC-43F6-7584-7103-B4A0796B2748}"/>
              </a:ext>
            </a:extLst>
          </p:cNvPr>
          <p:cNvSpPr>
            <a:spLocks noGrp="1"/>
          </p:cNvSpPr>
          <p:nvPr>
            <p:ph type="clipArt" sz="quarter" idx="29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E14EA8EF-B506-1B68-B134-2199B6911C7A}"/>
              </a:ext>
            </a:extLst>
          </p:cNvPr>
          <p:cNvSpPr>
            <a:spLocks noGrp="1"/>
          </p:cNvSpPr>
          <p:nvPr>
            <p:ph type="clipArt" sz="quarter" idx="3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Online Image Placeholder 4">
            <a:extLst>
              <a:ext uri="{FF2B5EF4-FFF2-40B4-BE49-F238E27FC236}">
                <a16:creationId xmlns:a16="http://schemas.microsoft.com/office/drawing/2014/main" id="{818E5151-E7EA-65FD-B266-C4DC3943BF9E}"/>
              </a:ext>
            </a:extLst>
          </p:cNvPr>
          <p:cNvSpPr>
            <a:spLocks noGrp="1"/>
          </p:cNvSpPr>
          <p:nvPr>
            <p:ph type="clipArt" sz="quarter" idx="3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Online Image Placeholder 5">
            <a:extLst>
              <a:ext uri="{FF2B5EF4-FFF2-40B4-BE49-F238E27FC236}">
                <a16:creationId xmlns:a16="http://schemas.microsoft.com/office/drawing/2014/main" id="{61DB40DF-E08E-B7AC-FC06-3827574C0004}"/>
              </a:ext>
            </a:extLst>
          </p:cNvPr>
          <p:cNvSpPr>
            <a:spLocks noGrp="1"/>
          </p:cNvSpPr>
          <p:nvPr>
            <p:ph type="clipArt" sz="quarter" idx="3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Online Image Placeholder 6">
            <a:extLst>
              <a:ext uri="{FF2B5EF4-FFF2-40B4-BE49-F238E27FC236}">
                <a16:creationId xmlns:a16="http://schemas.microsoft.com/office/drawing/2014/main" id="{CC8086F7-E44F-FB56-6FAC-33F8D35A6D06}"/>
              </a:ext>
            </a:extLst>
          </p:cNvPr>
          <p:cNvSpPr>
            <a:spLocks noGrp="1"/>
          </p:cNvSpPr>
          <p:nvPr>
            <p:ph type="clipArt" sz="quarter" idx="33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8" name="Online Image Placeholder 17">
            <a:extLst>
              <a:ext uri="{FF2B5EF4-FFF2-40B4-BE49-F238E27FC236}">
                <a16:creationId xmlns:a16="http://schemas.microsoft.com/office/drawing/2014/main" id="{90AB523F-422D-499E-8C8B-9185DA96D061}"/>
              </a:ext>
            </a:extLst>
          </p:cNvPr>
          <p:cNvSpPr>
            <a:spLocks noGrp="1"/>
          </p:cNvSpPr>
          <p:nvPr>
            <p:ph type="clipArt" sz="quarter" idx="34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9" name="Online Image Placeholder 18">
            <a:extLst>
              <a:ext uri="{FF2B5EF4-FFF2-40B4-BE49-F238E27FC236}">
                <a16:creationId xmlns:a16="http://schemas.microsoft.com/office/drawing/2014/main" id="{0B36E192-6CA4-D296-BDA7-B7B9D5B3E349}"/>
              </a:ext>
            </a:extLst>
          </p:cNvPr>
          <p:cNvSpPr>
            <a:spLocks noGrp="1"/>
          </p:cNvSpPr>
          <p:nvPr>
            <p:ph type="clipArt" sz="quarter" idx="35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0" name="Online Image Placeholder 19">
            <a:extLst>
              <a:ext uri="{FF2B5EF4-FFF2-40B4-BE49-F238E27FC236}">
                <a16:creationId xmlns:a16="http://schemas.microsoft.com/office/drawing/2014/main" id="{50C81118-EA77-E251-AC3A-FF2EBA1C3BD1}"/>
              </a:ext>
            </a:extLst>
          </p:cNvPr>
          <p:cNvSpPr>
            <a:spLocks noGrp="1"/>
          </p:cNvSpPr>
          <p:nvPr>
            <p:ph type="clipArt" sz="quarter" idx="36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33F9F722-5F76-E32F-2EC6-1F2184FC5A9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2D1851-BEA0-2CB1-AEF2-8815755D3A20}"/>
              </a:ext>
            </a:extLst>
          </p:cNvPr>
          <p:cNvSpPr>
            <a:spLocks/>
          </p:cNvSpPr>
          <p:nvPr/>
        </p:nvSpPr>
        <p:spPr>
          <a:xfrm>
            <a:off x="0" y="858221"/>
            <a:ext cx="1036320" cy="5761301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1401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D5935D2-24DC-E0ED-1381-719A01560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93349156-E661-723B-A03A-EF8F928782D6}"/>
              </a:ext>
            </a:extLst>
          </p:cNvPr>
          <p:cNvSpPr>
            <a:spLocks noGrp="1"/>
          </p:cNvSpPr>
          <p:nvPr>
            <p:ph type="clipArt" sz="quarter" idx="29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1" name="Online Image Placeholder 10">
            <a:extLst>
              <a:ext uri="{FF2B5EF4-FFF2-40B4-BE49-F238E27FC236}">
                <a16:creationId xmlns:a16="http://schemas.microsoft.com/office/drawing/2014/main" id="{F286299F-4828-0818-F8FB-BF7EC4438D67}"/>
              </a:ext>
            </a:extLst>
          </p:cNvPr>
          <p:cNvSpPr>
            <a:spLocks noGrp="1"/>
          </p:cNvSpPr>
          <p:nvPr>
            <p:ph type="clipArt" sz="quarter" idx="3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2" name="Online Image Placeholder 11">
            <a:extLst>
              <a:ext uri="{FF2B5EF4-FFF2-40B4-BE49-F238E27FC236}">
                <a16:creationId xmlns:a16="http://schemas.microsoft.com/office/drawing/2014/main" id="{FCBE26E9-3E32-7DE7-A1DE-8F1D5D2A80ED}"/>
              </a:ext>
            </a:extLst>
          </p:cNvPr>
          <p:cNvSpPr>
            <a:spLocks noGrp="1"/>
          </p:cNvSpPr>
          <p:nvPr>
            <p:ph type="clipArt" sz="quarter" idx="3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3" name="Online Image Placeholder 12">
            <a:extLst>
              <a:ext uri="{FF2B5EF4-FFF2-40B4-BE49-F238E27FC236}">
                <a16:creationId xmlns:a16="http://schemas.microsoft.com/office/drawing/2014/main" id="{DD54C394-E813-ADCD-E5CA-399C51F34E62}"/>
              </a:ext>
            </a:extLst>
          </p:cNvPr>
          <p:cNvSpPr>
            <a:spLocks noGrp="1"/>
          </p:cNvSpPr>
          <p:nvPr>
            <p:ph type="clipArt" sz="quarter" idx="3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4" name="Online Image Placeholder 13">
            <a:extLst>
              <a:ext uri="{FF2B5EF4-FFF2-40B4-BE49-F238E27FC236}">
                <a16:creationId xmlns:a16="http://schemas.microsoft.com/office/drawing/2014/main" id="{22302480-1C90-12A0-4E28-CA949BAE0361}"/>
              </a:ext>
            </a:extLst>
          </p:cNvPr>
          <p:cNvSpPr>
            <a:spLocks noGrp="1"/>
          </p:cNvSpPr>
          <p:nvPr>
            <p:ph type="clipArt" sz="quarter" idx="33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FACC5AD-90CF-76EB-EE34-D262443BB22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158A0E-CDED-CA31-E7EF-C9FD189C3783}"/>
              </a:ext>
            </a:extLst>
          </p:cNvPr>
          <p:cNvSpPr>
            <a:spLocks/>
          </p:cNvSpPr>
          <p:nvPr/>
        </p:nvSpPr>
        <p:spPr>
          <a:xfrm>
            <a:off x="0" y="1399522"/>
            <a:ext cx="1320799" cy="5220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483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01623F1-D7C1-1139-D8AF-3B3CF7F02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34F14D36-16E6-9A1E-D21D-B2F9F8F2454C}"/>
              </a:ext>
            </a:extLst>
          </p:cNvPr>
          <p:cNvSpPr>
            <a:spLocks noGrp="1"/>
          </p:cNvSpPr>
          <p:nvPr>
            <p:ph type="clipArt" sz="quarter" idx="3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29147A6-1DCC-936C-3657-DDD50193466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2" name="Online Image Placeholder 11">
            <a:extLst>
              <a:ext uri="{FF2B5EF4-FFF2-40B4-BE49-F238E27FC236}">
                <a16:creationId xmlns:a16="http://schemas.microsoft.com/office/drawing/2014/main" id="{3F70E100-82DB-16D2-7D20-F9CC1CDA7D7D}"/>
              </a:ext>
            </a:extLst>
          </p:cNvPr>
          <p:cNvSpPr>
            <a:spLocks noGrp="1"/>
          </p:cNvSpPr>
          <p:nvPr>
            <p:ph type="clipArt" sz="quarter" idx="34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3" name="Online Image Placeholder 12">
            <a:extLst>
              <a:ext uri="{FF2B5EF4-FFF2-40B4-BE49-F238E27FC236}">
                <a16:creationId xmlns:a16="http://schemas.microsoft.com/office/drawing/2014/main" id="{429D185D-665E-6DD2-EA31-4D9C2575B0DB}"/>
              </a:ext>
            </a:extLst>
          </p:cNvPr>
          <p:cNvSpPr>
            <a:spLocks noGrp="1"/>
          </p:cNvSpPr>
          <p:nvPr>
            <p:ph type="clipArt" sz="quarter" idx="35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4" name="Online Image Placeholder 13">
            <a:extLst>
              <a:ext uri="{FF2B5EF4-FFF2-40B4-BE49-F238E27FC236}">
                <a16:creationId xmlns:a16="http://schemas.microsoft.com/office/drawing/2014/main" id="{A4E1FE3B-4E50-A39D-5862-B36E6AEF77B9}"/>
              </a:ext>
            </a:extLst>
          </p:cNvPr>
          <p:cNvSpPr>
            <a:spLocks noGrp="1"/>
          </p:cNvSpPr>
          <p:nvPr>
            <p:ph type="clipArt" sz="quarter" idx="36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5" name="Online Image Placeholder 14">
            <a:extLst>
              <a:ext uri="{FF2B5EF4-FFF2-40B4-BE49-F238E27FC236}">
                <a16:creationId xmlns:a16="http://schemas.microsoft.com/office/drawing/2014/main" id="{FB7FE91B-1EC6-299C-CB23-779EFD24EC5D}"/>
              </a:ext>
            </a:extLst>
          </p:cNvPr>
          <p:cNvSpPr>
            <a:spLocks noGrp="1"/>
          </p:cNvSpPr>
          <p:nvPr>
            <p:ph type="clipArt" sz="quarter" idx="37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6" name="Online Image Placeholder 15">
            <a:extLst>
              <a:ext uri="{FF2B5EF4-FFF2-40B4-BE49-F238E27FC236}">
                <a16:creationId xmlns:a16="http://schemas.microsoft.com/office/drawing/2014/main" id="{F22541B7-AE1C-9C69-5829-5898F24AB5E5}"/>
              </a:ext>
            </a:extLst>
          </p:cNvPr>
          <p:cNvSpPr>
            <a:spLocks noGrp="1"/>
          </p:cNvSpPr>
          <p:nvPr>
            <p:ph type="clipArt" sz="quarter" idx="38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99850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B072D-8A90-2FDB-D6FD-042DE5152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9D25EE0-2711-2083-FA5C-5EA31A0E8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EE52676E-2DC1-A8DF-17FD-55011AEB3885}"/>
              </a:ext>
            </a:extLst>
          </p:cNvPr>
          <p:cNvSpPr>
            <a:spLocks noGrp="1"/>
          </p:cNvSpPr>
          <p:nvPr>
            <p:ph type="clipArt" sz="quarter" idx="3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E5235E5-F9BA-11D7-9D55-1A3253776E1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2" name="Online Image Placeholder 11">
            <a:extLst>
              <a:ext uri="{FF2B5EF4-FFF2-40B4-BE49-F238E27FC236}">
                <a16:creationId xmlns:a16="http://schemas.microsoft.com/office/drawing/2014/main" id="{E4BC77C0-4211-068A-32BC-679CCB015D81}"/>
              </a:ext>
            </a:extLst>
          </p:cNvPr>
          <p:cNvSpPr>
            <a:spLocks noGrp="1"/>
          </p:cNvSpPr>
          <p:nvPr>
            <p:ph type="clipArt" sz="quarter" idx="34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3" name="Online Image Placeholder 12">
            <a:extLst>
              <a:ext uri="{FF2B5EF4-FFF2-40B4-BE49-F238E27FC236}">
                <a16:creationId xmlns:a16="http://schemas.microsoft.com/office/drawing/2014/main" id="{6D740855-9EC7-0E50-A0E8-EF381D04BA80}"/>
              </a:ext>
            </a:extLst>
          </p:cNvPr>
          <p:cNvSpPr>
            <a:spLocks noGrp="1"/>
          </p:cNvSpPr>
          <p:nvPr>
            <p:ph type="clipArt" sz="quarter" idx="35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4" name="Online Image Placeholder 13">
            <a:extLst>
              <a:ext uri="{FF2B5EF4-FFF2-40B4-BE49-F238E27FC236}">
                <a16:creationId xmlns:a16="http://schemas.microsoft.com/office/drawing/2014/main" id="{505C85A8-55E1-06DB-D24A-B7D00B68D81E}"/>
              </a:ext>
            </a:extLst>
          </p:cNvPr>
          <p:cNvSpPr>
            <a:spLocks noGrp="1"/>
          </p:cNvSpPr>
          <p:nvPr>
            <p:ph type="clipArt" sz="quarter" idx="36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5" name="Online Image Placeholder 14">
            <a:extLst>
              <a:ext uri="{FF2B5EF4-FFF2-40B4-BE49-F238E27FC236}">
                <a16:creationId xmlns:a16="http://schemas.microsoft.com/office/drawing/2014/main" id="{98BF2167-CF38-28DE-D184-9989D765BC0E}"/>
              </a:ext>
            </a:extLst>
          </p:cNvPr>
          <p:cNvSpPr>
            <a:spLocks noGrp="1"/>
          </p:cNvSpPr>
          <p:nvPr>
            <p:ph type="clipArt" sz="quarter" idx="37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6" name="Online Image Placeholder 15">
            <a:extLst>
              <a:ext uri="{FF2B5EF4-FFF2-40B4-BE49-F238E27FC236}">
                <a16:creationId xmlns:a16="http://schemas.microsoft.com/office/drawing/2014/main" id="{828B3B1C-1B7B-B142-8DD7-2E5226F12DC1}"/>
              </a:ext>
            </a:extLst>
          </p:cNvPr>
          <p:cNvSpPr>
            <a:spLocks noGrp="1"/>
          </p:cNvSpPr>
          <p:nvPr>
            <p:ph type="clipArt" sz="quarter" idx="38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4EEFB5-2D6C-4EE7-3D50-2429C5A6A878}"/>
              </a:ext>
            </a:extLst>
          </p:cNvPr>
          <p:cNvSpPr>
            <a:spLocks/>
          </p:cNvSpPr>
          <p:nvPr/>
        </p:nvSpPr>
        <p:spPr>
          <a:xfrm>
            <a:off x="1" y="2607945"/>
            <a:ext cx="1318260" cy="4011576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6174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05568-65A0-D370-D412-4E42D8A70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CF4D8D-9162-F1E9-4FB3-11451DCC750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93301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114AE-9AC3-FF18-CDD3-4BE1687638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461006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35941-EEB8-9846-EFEE-CD89ECA56C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l-PL"/>
              <a:t>THANK YOU!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D501F37-2CDD-B917-9346-FBA2E9AF47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32F65E7-FE9A-83BA-0605-4A48B71FB6E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12879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CB8FB1-0FB8-855B-F968-B2E731CB8D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D95E0B4-9ED2-0651-8F76-A8E3A2F965C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408F35-089C-FAAE-33F2-F517664A16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B3754A-1555-983A-CB23-B41A48CACF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4F54C16-7AFB-E016-3DE4-2FED7BB774B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628E51-EF92-ECA1-5793-2BC15BDBD55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3DA479-CE1E-3AD2-7B1A-911E21FF1E2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F1A356-7462-C720-9265-171A25386CBD}"/>
              </a:ext>
            </a:extLst>
          </p:cNvPr>
          <p:cNvSpPr txBox="1"/>
          <p:nvPr/>
        </p:nvSpPr>
        <p:spPr>
          <a:xfrm>
            <a:off x="3023191" y="1938020"/>
            <a:ext cx="6145618" cy="100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l-PL" sz="6600" b="0" i="0" u="none" strike="noStrike" kern="1200" cap="none" spc="0" normalizeH="0" baseline="0" noProof="0">
                <a:ln>
                  <a:noFill/>
                </a:ln>
                <a:solidFill>
                  <a:srgbClr val="B59859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THANK YOU!</a:t>
            </a:r>
            <a:endParaRPr kumimoji="0" lang="en-GB" sz="6600" b="0" i="0" u="none" strike="noStrike" kern="1200" cap="none" spc="0" normalizeH="0" baseline="0" noProof="0">
              <a:ln>
                <a:noFill/>
              </a:ln>
              <a:solidFill>
                <a:srgbClr val="B59859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13037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4FCB8DB-ED50-377D-A78A-0803A90634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32829-BFD7-336C-1EEC-311683707B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pl-PL"/>
              <a:t>SCAN </a:t>
            </a:r>
            <a:br>
              <a:rPr lang="pl-PL"/>
            </a:br>
            <a:r>
              <a:rPr lang="pl-PL"/>
              <a:t>&amp; RATE</a:t>
            </a:r>
          </a:p>
        </p:txBody>
      </p:sp>
    </p:spTree>
    <p:extLst>
      <p:ext uri="{BB962C8B-B14F-4D97-AF65-F5344CB8AC3E}">
        <p14:creationId xmlns:p14="http://schemas.microsoft.com/office/powerpoint/2010/main" val="41294144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0647226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Guideline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9F14673C56F5409B7AC3A75E50899F" ma:contentTypeVersion="7" ma:contentTypeDescription="Create a new document." ma:contentTypeScope="" ma:versionID="d1292d4bfdd21102ce52f052665c2b77">
  <xsd:schema xmlns:xsd="http://www.w3.org/2001/XMLSchema" xmlns:xs="http://www.w3.org/2001/XMLSchema" xmlns:p="http://schemas.microsoft.com/office/2006/metadata/properties" xmlns:ns2="fc24f251-e80f-4b40-a930-61ff5358da86" targetNamespace="http://schemas.microsoft.com/office/2006/metadata/properties" ma:root="true" ma:fieldsID="217625eaf3fa6ffd25a3136bf4763125" ns2:_="">
    <xsd:import namespace="fc24f251-e80f-4b40-a930-61ff5358da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24f251-e80f-4b40-a930-61ff5358da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5D3D28A-EFEE-4AD0-AE0A-25C7D70475AA}">
  <ds:schemaRefs>
    <ds:schemaRef ds:uri="fc24f251-e80f-4b40-a930-61ff5358da86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BC66B653-12EC-43D6-AD59-479848CB0D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24f251-e80f-4b40-a930-61ff5358da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447EA3B-5431-47DB-9081-C429F4F7498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2903</TotalTime>
  <Words>15</Words>
  <Application>Microsoft Macintosh PowerPoint</Application>
  <PresentationFormat>Widescreen</PresentationFormat>
  <Paragraphs>6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Aptos Display</vt:lpstr>
      <vt:lpstr>Arial</vt:lpstr>
      <vt:lpstr>Arial Nova Cond</vt:lpstr>
      <vt:lpstr>Calibri</vt:lpstr>
      <vt:lpstr>Design Guidelines</vt:lpstr>
      <vt:lpstr>2_Custom Design</vt:lpstr>
      <vt:lpstr>Design Guidelines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marta.baran@adaptivesag.com</dc:creator>
  <cp:lastModifiedBy>Robert Godziszewski</cp:lastModifiedBy>
  <cp:revision>2</cp:revision>
  <cp:lastPrinted>2020-10-27T08:30:35Z</cp:lastPrinted>
  <dcterms:created xsi:type="dcterms:W3CDTF">2020-07-29T14:43:34Z</dcterms:created>
  <dcterms:modified xsi:type="dcterms:W3CDTF">2026-04-19T12:58:21Z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0x010100359F14673C56F5409B7AC3A75E50899F</vt:lpwstr>
  </property>
  <property fmtid="{D5CDD505-2E9C-101B-9397-08002B2CF9AE}" pid="3" name="TaxKeyword">
    <vt:lpwstr/>
  </property>
  <property fmtid="{D5CDD505-2E9C-101B-9397-08002B2CF9AE}" pid="4" name="MediaServiceImageTags">
    <vt:lpwstr/>
  </property>
  <property fmtid="{D5CDD505-2E9C-101B-9397-08002B2CF9AE}" pid="5" name="Order">
    <vt:r8>5100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</Properties>
</file>