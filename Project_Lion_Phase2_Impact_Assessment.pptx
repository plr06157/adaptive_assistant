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Lion: Change Impact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2: Analysis, Gaps &amp; Risk Strategy</a:t>
            </a:r>
          </a:p>
          <a:p>
            <a:r>
              <a:t>Generated for Senior Stakeholders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Summary: Change Impact &amp; Risk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Change Landscape (Complexity vs. Volume)</a:t>
            </a:r>
          </a:p>
          <a:p>
            <a:pPr lvl="1"/>
            <a:r>
              <a:t>• RED ZONE (High Touch): France (11 Users). Impacted by ALL modules (Labour, Allocations, Commissions).</a:t>
            </a:r>
          </a:p>
          <a:p>
            <a:pPr lvl="1"/>
            <a:r>
              <a:t>• YELLOW ZONE (Tailored): Germany (6 Users). Excluded from Labour module. Training must be specific.</a:t>
            </a:r>
          </a:p>
          <a:p>
            <a:pPr lvl="1"/>
            <a:r>
              <a:t>• GREEN ZONE (Virtual): The 'Long Tail' (12 countries with &lt;3 users). Risk of isolation.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Prosci Risk Assessment: MEDIUM</a:t>
            </a:r>
          </a:p>
          <a:p>
            <a:pPr lvl="1"/>
            <a:r>
              <a:t>• Sponsorship: STRONG (Central FP&amp;A Support)</a:t>
            </a:r>
          </a:p>
          <a:p>
            <a:pPr lvl="1"/>
            <a:r>
              <a:t>• Project Mgmt: ROBUST (3-Wave Rollout)</a:t>
            </a:r>
          </a:p>
          <a:p>
            <a:pPr lvl="1"/>
            <a:r>
              <a:t>• Change Mgmt: ACTION REQUIRED (User Desire is 'Neutral')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Critical ADKAR Barriers &amp; Strategy</a:t>
            </a:r>
          </a:p>
          <a:p>
            <a:pPr lvl="1"/>
            <a:r>
              <a:t>• Awareness: 'Why change?' is clear, but 'Why now?' needs local context.</a:t>
            </a:r>
          </a:p>
          <a:p>
            <a:pPr lvl="1"/>
            <a:r>
              <a:t>• Ability: Risk of training fatigue if users sit through irrelevant modules (e.g., Germany &amp; Labour).</a:t>
            </a:r>
          </a:p>
          <a:p>
            <a:pPr lvl="1"/>
            <a:r>
              <a:t>• Reinforcement: Major Gap. No 'Change Controls' defined in CSV to prevent regression to Excel.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6A4D"/>
                </a:solidFill>
              </a:defRPr>
            </a:pPr>
            <a:r>
              <a:t>RECOMMENDATION: Deploy 'Lion Champions' immediately in France &amp; Spain to secure early adoption.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Data Gaps for Full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finalize the Change Strategy, we require:</a:t>
            </a:r>
          </a:p>
          <a:p>
            <a:pPr lvl="1"/>
            <a:r>
              <a:t>1. People Manager Mapping (Awareness):</a:t>
            </a:r>
          </a:p>
          <a:p>
            <a:pPr lvl="2"/>
            <a:r>
              <a:t>Need names of direct supervisors for the 69 users to act as primary Senders. CSV only lists generic 'Local FP&amp;A'.</a:t>
            </a:r>
          </a:p>
          <a:p>
            <a:pPr lvl="1"/>
            <a:r>
              <a:t>2. Change History (Desire):</a:t>
            </a:r>
          </a:p>
          <a:p>
            <a:pPr lvl="2"/>
            <a:r>
              <a:t>Need data on past failed implementations in key regions (Italy, Poland) that may cause legacy resistance.</a:t>
            </a:r>
          </a:p>
          <a:p>
            <a:pPr lvl="1"/>
            <a:r>
              <a:t>3. Proficiency Levels (Ability):</a:t>
            </a:r>
          </a:p>
          <a:p>
            <a:pPr lvl="2"/>
            <a:r>
              <a:t>Are users current 'Excel Experts' (hard to unlearn) or novices? CSV only lists 'Medium Impact'.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